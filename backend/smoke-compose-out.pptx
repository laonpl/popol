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6997" cy="70188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96" y="2853267"/>
            <a:ext cx="575719" cy="11514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521" y="6079067"/>
            <a:ext cx="194728" cy="25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9722815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640080" y="1783080"/>
            <a:ext cx="3084068" cy="384048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713232" y="184708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07CD7"/>
          </a:solidFill>
          <a:ln/>
        </p:spPr>
      </p:sp>
      <p:sp>
        <p:nvSpPr>
          <p:cNvPr id="9" name="Text 4"/>
          <p:cNvSpPr/>
          <p:nvPr/>
        </p:nvSpPr>
        <p:spPr>
          <a:xfrm>
            <a:off x="713232" y="1837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1554480" y="1764792"/>
            <a:ext cx="21696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코코네 · 프론트엔드 개발자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03504" y="256032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김유신</a:t>
            </a:r>
            <a:pPr indent="0" marL="0">
              <a:buNone/>
            </a:pPr>
            <a:r>
              <a:rPr lang="en-US" sz="15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Yushin Kim</a:t>
            </a:r>
            <a:endParaRPr lang="en-US" sz="4400" dirty="0"/>
          </a:p>
        </p:txBody>
      </p:sp>
      <p:sp>
        <p:nvSpPr>
          <p:cNvPr id="12" name="Shape 7"/>
          <p:cNvSpPr/>
          <p:nvPr/>
        </p:nvSpPr>
        <p:spPr>
          <a:xfrm>
            <a:off x="658368" y="3666744"/>
            <a:ext cx="50292" cy="566928"/>
          </a:xfrm>
          <a:prstGeom prst="rect">
            <a:avLst/>
          </a:prstGeom>
          <a:solidFill>
            <a:srgbClr val="207CD7"/>
          </a:solidFill>
          <a:ln/>
        </p:spPr>
      </p:sp>
      <p:sp>
        <p:nvSpPr>
          <p:cNvPr id="13" name="Text 8"/>
          <p:cNvSpPr/>
          <p:nvPr/>
        </p:nvSpPr>
        <p:spPr>
          <a:xfrm>
            <a:off x="868680" y="361188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문제를 정의하고 끝까지 검증하는 프론트엔드 개발자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58368" y="4663440"/>
            <a:ext cx="98552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58368" y="4649724"/>
            <a:ext cx="985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1726184" y="4663440"/>
            <a:ext cx="98552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726184" y="4649724"/>
            <a:ext cx="985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794000" y="4663440"/>
            <a:ext cx="62992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794000" y="4649724"/>
            <a:ext cx="62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506216" y="4663440"/>
            <a:ext cx="77216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506216" y="4649724"/>
            <a:ext cx="772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Node.js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360672" y="4663440"/>
            <a:ext cx="84328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60672" y="4649724"/>
            <a:ext cx="84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Firebase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86248" y="4663440"/>
            <a:ext cx="48768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86248" y="4649724"/>
            <a:ext cx="48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6035040"/>
            <a:ext cx="10911535" cy="12802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test@example.com</a:t>
            </a:r>
            <a:pPr indent="0" marL="0">
              <a:buNone/>
            </a:pPr>
            <a:r>
              <a:rPr lang="en-US" sz="85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GITHUB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github.com/yushin55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6997" cy="70188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96" y="2853267"/>
            <a:ext cx="575719" cy="11514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40" y="2531533"/>
            <a:ext cx="253994" cy="338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3657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188720" y="329184"/>
            <a:ext cx="67052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7894015" y="438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640080" y="914400"/>
            <a:ext cx="10911535" cy="228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9" name="Text 4"/>
          <p:cNvSpPr/>
          <p:nvPr/>
        </p:nvSpPr>
        <p:spPr>
          <a:xfrm>
            <a:off x="640080" y="12344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“문제를 정의하고 끝까지 검증하는 프론트엔드 개발자”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640080" y="2423160"/>
            <a:ext cx="9997135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겪는 불편을 수치로 검증하고, 작은 단위로 빠르게 개선하는 것을 중요하게 생각합니다.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1051052" cy="365760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080" y="3963924"/>
            <a:ext cx="10510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수치로 검증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1773428" y="3977640"/>
            <a:ext cx="1129284" cy="365760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773428" y="3963924"/>
            <a:ext cx="11292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작게, 빠르게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985008" y="3977640"/>
            <a:ext cx="1051052" cy="365760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985008" y="3963924"/>
            <a:ext cx="10510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끝까지 책임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118356" y="3977640"/>
            <a:ext cx="1330452" cy="365760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18356" y="3963924"/>
            <a:ext cx="13304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인프라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31104" y="3977640"/>
            <a:ext cx="1827784" cy="365760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531104" y="3963924"/>
            <a:ext cx="1827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 성능 최적화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441184" y="3977640"/>
            <a:ext cx="866648" cy="365760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41184" y="3963924"/>
            <a:ext cx="8666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응용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6997" cy="70188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96" y="2853267"/>
            <a:ext cx="575719" cy="11514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40" y="2531533"/>
            <a:ext cx="253994" cy="338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3657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188720" y="329184"/>
            <a:ext cx="67052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역량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7894015" y="438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640080" y="914400"/>
            <a:ext cx="10911535" cy="22860"/>
          </a:xfrm>
          <a:prstGeom prst="rect">
            <a:avLst/>
          </a:prstGeom>
          <a:solidFill>
            <a:srgbClr val="2C2C2C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68335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JavaScript   ·   TypeScript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프레임워크 · 라이브러리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React   ·   Node.js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C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· 인프라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Firebase   ·   Git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8016" marR="128016" marT="128016" marB="128016" anchor="ctr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6997" cy="70188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96" y="2853267"/>
            <a:ext cx="575719" cy="11514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40" y="2531533"/>
            <a:ext cx="253994" cy="338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POPOL 포트폴리오 서비스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640080" y="12984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 리드   ·   2025.09 - 2026.02</a:t>
            </a:r>
            <a:endParaRPr lang="en-US" sz="1150" dirty="0"/>
          </a:p>
        </p:txBody>
      </p:sp>
      <p:sp>
        <p:nvSpPr>
          <p:cNvPr id="8" name="Text 3"/>
          <p:cNvSpPr/>
          <p:nvPr/>
        </p:nvSpPr>
        <p:spPr>
          <a:xfrm>
            <a:off x="640080" y="16276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노션형 포트폴리오를 PPT로 자동 변환하는 서비스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640080" y="1993392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1979676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1316736" y="1993392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316736" y="1979676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Node.js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40080" y="2414016"/>
            <a:ext cx="10911535" cy="16459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28072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874520" y="2734056"/>
            <a:ext cx="9539935" cy="148521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취업 준비생이 포트폴리오를 PPT로 다시 만드는 데 평균 8시간이 걸리는 문제를 발견했습니다.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310715"/>
            <a:ext cx="10911535" cy="0"/>
          </a:xfrm>
          <a:prstGeom prst="line">
            <a:avLst/>
          </a:prstGeom>
          <a:noFill/>
          <a:ln w="9525">
            <a:solidFill>
              <a:srgbClr val="DFDFDF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640080" y="4457019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과정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874520" y="4383867"/>
            <a:ext cx="9539935" cy="20626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파이프라인 설계와 프론트엔드 미리보기 개발을 맡았습니다.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전각 폭 기반 측정 모델을 만들어 폰트 자동 축소 로직을 통일했습니다.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6997" cy="70188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96" y="2853267"/>
            <a:ext cx="575719" cy="11514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40" y="2531533"/>
            <a:ext cx="253994" cy="338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 ·  RESULTS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640080" y="676656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POPOL 포트폴리오 서비스 — 성과</a:t>
            </a:r>
            <a:endParaRPr lang="en-US" sz="2000" dirty="0"/>
          </a:p>
        </p:txBody>
      </p:sp>
      <p:sp>
        <p:nvSpPr>
          <p:cNvPr id="7" name="Shape 2"/>
          <p:cNvSpPr/>
          <p:nvPr/>
        </p:nvSpPr>
        <p:spPr>
          <a:xfrm>
            <a:off x="640080" y="1243584"/>
            <a:ext cx="10911535" cy="16459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8" name="Shape 3"/>
          <p:cNvSpPr/>
          <p:nvPr/>
        </p:nvSpPr>
        <p:spPr>
          <a:xfrm>
            <a:off x="640080" y="1472184"/>
            <a:ext cx="10911535" cy="1143000"/>
          </a:xfrm>
          <a:prstGeom prst="roundRect">
            <a:avLst>
              <a:gd name="adj" fmla="val 8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6868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828800" y="1563624"/>
            <a:ext cx="9448495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잘림 제보가 주 12건에서 0건으로 줄었습니다.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40080" y="2843784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40080" y="3154680"/>
            <a:ext cx="5318608" cy="1737360"/>
          </a:xfrm>
          <a:prstGeom prst="roundRect">
            <a:avLst>
              <a:gd name="adj" fmla="val 4737"/>
            </a:avLst>
          </a:prstGeom>
          <a:solidFill>
            <a:srgbClr val="F4F4F4"/>
          </a:solidFill>
          <a:ln w="9525">
            <a:solidFill>
              <a:srgbClr val="DFDFD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2960" y="3264408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잘림 제보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822960" y="3502152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12건</a:t>
            </a:r>
            <a:pPr indent="0" marL="0">
              <a:buNone/>
            </a:pPr>
            <a:r>
              <a:rPr lang="en-US" sz="16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2960" y="39867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1115568" y="4023360"/>
            <a:ext cx="3809848" cy="155448"/>
          </a:xfrm>
          <a:prstGeom prst="roundRect">
            <a:avLst>
              <a:gd name="adj" fmla="val 50000"/>
            </a:avLst>
          </a:prstGeom>
          <a:solidFill>
            <a:srgbClr val="DFDFDF"/>
          </a:solidFill>
          <a:ln/>
        </p:spPr>
      </p:sp>
      <p:sp>
        <p:nvSpPr>
          <p:cNvPr id="17" name="Shape 12"/>
          <p:cNvSpPr/>
          <p:nvPr/>
        </p:nvSpPr>
        <p:spPr>
          <a:xfrm>
            <a:off x="1115568" y="4023360"/>
            <a:ext cx="3809848" cy="155448"/>
          </a:xfrm>
          <a:prstGeom prst="roundRect">
            <a:avLst>
              <a:gd name="adj" fmla="val 50000"/>
            </a:avLst>
          </a:prstGeom>
          <a:solidFill>
            <a:srgbClr val="9E9E9E"/>
          </a:solidFill>
          <a:ln/>
        </p:spPr>
      </p:sp>
      <p:sp>
        <p:nvSpPr>
          <p:cNvPr id="18" name="Text 13"/>
          <p:cNvSpPr/>
          <p:nvPr/>
        </p:nvSpPr>
        <p:spPr>
          <a:xfrm>
            <a:off x="4989424" y="3986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12건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" y="43159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115568" y="4352544"/>
            <a:ext cx="3809848" cy="155448"/>
          </a:xfrm>
          <a:prstGeom prst="roundRect">
            <a:avLst>
              <a:gd name="adj" fmla="val 50000"/>
            </a:avLst>
          </a:prstGeom>
          <a:solidFill>
            <a:srgbClr val="DFDFDF"/>
          </a:solidFill>
          <a:ln/>
        </p:spPr>
      </p:sp>
      <p:sp>
        <p:nvSpPr>
          <p:cNvPr id="21" name="Shape 16"/>
          <p:cNvSpPr/>
          <p:nvPr/>
        </p:nvSpPr>
        <p:spPr>
          <a:xfrm>
            <a:off x="1115568" y="4352544"/>
            <a:ext cx="64008" cy="155448"/>
          </a:xfrm>
          <a:prstGeom prst="roundRect">
            <a:avLst>
              <a:gd name="adj" fmla="val 121429"/>
            </a:avLst>
          </a:prstGeom>
          <a:solidFill>
            <a:srgbClr val="207CD7"/>
          </a:solidFill>
          <a:ln/>
        </p:spPr>
      </p:sp>
      <p:sp>
        <p:nvSpPr>
          <p:cNvPr id="22" name="Text 17"/>
          <p:cNvSpPr/>
          <p:nvPr/>
        </p:nvSpPr>
        <p:spPr>
          <a:xfrm>
            <a:off x="4989424" y="4315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233008" y="3154680"/>
            <a:ext cx="5318608" cy="1737360"/>
          </a:xfrm>
          <a:prstGeom prst="roundRect">
            <a:avLst>
              <a:gd name="adj" fmla="val 4737"/>
            </a:avLst>
          </a:prstGeom>
          <a:solidFill>
            <a:srgbClr val="F4F4F4"/>
          </a:solidFill>
          <a:ln w="9525">
            <a:solidFill>
              <a:srgbClr val="DFDFD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15888" y="3264408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시간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15888" y="3502152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8시간</a:t>
            </a:r>
            <a:pPr indent="0" marL="0">
              <a:buNone/>
            </a:pPr>
            <a:r>
              <a:rPr lang="en-US" sz="16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415888" y="39867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708496" y="4023360"/>
            <a:ext cx="3809848" cy="155448"/>
          </a:xfrm>
          <a:prstGeom prst="roundRect">
            <a:avLst>
              <a:gd name="adj" fmla="val 50000"/>
            </a:avLst>
          </a:prstGeom>
          <a:solidFill>
            <a:srgbClr val="DFDFDF"/>
          </a:solidFill>
          <a:ln/>
        </p:spPr>
      </p:sp>
      <p:sp>
        <p:nvSpPr>
          <p:cNvPr id="28" name="Shape 23"/>
          <p:cNvSpPr/>
          <p:nvPr/>
        </p:nvSpPr>
        <p:spPr>
          <a:xfrm>
            <a:off x="6708496" y="4023360"/>
            <a:ext cx="3809848" cy="155448"/>
          </a:xfrm>
          <a:prstGeom prst="roundRect">
            <a:avLst>
              <a:gd name="adj" fmla="val 50000"/>
            </a:avLst>
          </a:prstGeom>
          <a:solidFill>
            <a:srgbClr val="9E9E9E"/>
          </a:solidFill>
          <a:ln/>
        </p:spPr>
      </p:sp>
      <p:sp>
        <p:nvSpPr>
          <p:cNvPr id="29" name="Text 24"/>
          <p:cNvSpPr/>
          <p:nvPr/>
        </p:nvSpPr>
        <p:spPr>
          <a:xfrm>
            <a:off x="10582351" y="39867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8시간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415888" y="431596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708496" y="4352544"/>
            <a:ext cx="3809848" cy="155448"/>
          </a:xfrm>
          <a:prstGeom prst="roundRect">
            <a:avLst>
              <a:gd name="adj" fmla="val 50000"/>
            </a:avLst>
          </a:prstGeom>
          <a:solidFill>
            <a:srgbClr val="DFDFDF"/>
          </a:solidFill>
          <a:ln/>
        </p:spPr>
      </p:sp>
      <p:sp>
        <p:nvSpPr>
          <p:cNvPr id="32" name="Shape 27"/>
          <p:cNvSpPr/>
          <p:nvPr/>
        </p:nvSpPr>
        <p:spPr>
          <a:xfrm>
            <a:off x="6708496" y="4352544"/>
            <a:ext cx="79372" cy="155448"/>
          </a:xfrm>
          <a:prstGeom prst="roundRect">
            <a:avLst>
              <a:gd name="adj" fmla="val 97924"/>
            </a:avLst>
          </a:prstGeom>
          <a:solidFill>
            <a:srgbClr val="207CD7"/>
          </a:solidFill>
          <a:ln/>
        </p:spPr>
      </p:sp>
      <p:sp>
        <p:nvSpPr>
          <p:cNvPr id="33" name="Text 28"/>
          <p:cNvSpPr/>
          <p:nvPr/>
        </p:nvSpPr>
        <p:spPr>
          <a:xfrm>
            <a:off x="10582351" y="4315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6997" cy="70188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96" y="2853267"/>
            <a:ext cx="575719" cy="11514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40" y="2531533"/>
            <a:ext cx="253994" cy="338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36576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02</a:t>
            </a:r>
            <a:endParaRPr lang="en-US" sz="1050" dirty="0"/>
          </a:p>
        </p:txBody>
      </p:sp>
      <p:sp>
        <p:nvSpPr>
          <p:cNvPr id="6" name="Text 1"/>
          <p:cNvSpPr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교내 해커톤 우승 프로젝트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640080" y="12984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   ·   2025.11</a:t>
            </a:r>
            <a:endParaRPr lang="en-US" sz="1150" dirty="0"/>
          </a:p>
        </p:txBody>
      </p:sp>
      <p:sp>
        <p:nvSpPr>
          <p:cNvPr id="8" name="Shape 3"/>
          <p:cNvSpPr/>
          <p:nvPr/>
        </p:nvSpPr>
        <p:spPr>
          <a:xfrm>
            <a:off x="640080" y="1682496"/>
            <a:ext cx="10911535" cy="16459"/>
          </a:xfrm>
          <a:prstGeom prst="rect">
            <a:avLst/>
          </a:prstGeom>
          <a:solidFill>
            <a:srgbClr val="DFDFDF"/>
          </a:solidFill>
          <a:ln/>
        </p:spPr>
      </p:sp>
      <p:sp>
        <p:nvSpPr>
          <p:cNvPr id="9" name="Text 4"/>
          <p:cNvSpPr/>
          <p:nvPr/>
        </p:nvSpPr>
        <p:spPr>
          <a:xfrm>
            <a:off x="640080" y="20756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874520" y="2002536"/>
            <a:ext cx="9539935" cy="44439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채용공고 분석 기능을 36시간 안에 구현해 대상을 수상했습니다.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6997" cy="70188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96" y="2853267"/>
            <a:ext cx="575719" cy="11514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40" y="2531533"/>
            <a:ext cx="253994" cy="338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3657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188720" y="329184"/>
            <a:ext cx="67052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학력 · 수상 · 활동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7894015" y="438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640080" y="914400"/>
            <a:ext cx="10911535" cy="228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9" name="Text 4"/>
          <p:cNvSpPr/>
          <p:nvPr/>
        </p:nvSpPr>
        <p:spPr>
          <a:xfrm>
            <a:off x="640080" y="1234440"/>
            <a:ext cx="522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학력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40080" y="1655064"/>
            <a:ext cx="522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가천대학교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1929384"/>
            <a:ext cx="522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컴퓨터공학과 · 2021-2026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40080" y="2212848"/>
            <a:ext cx="5227168" cy="0"/>
          </a:xfrm>
          <a:prstGeom prst="line">
            <a:avLst/>
          </a:prstGeom>
          <a:noFill/>
          <a:ln w="9525">
            <a:solidFill>
              <a:srgbClr val="DFDFD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324448" y="1234440"/>
            <a:ext cx="522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수상 · 자격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324448" y="1655064"/>
            <a:ext cx="522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교내 해커톤 대상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24448" y="1929384"/>
            <a:ext cx="522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가천대학교 · 2025.11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324448" y="2212848"/>
            <a:ext cx="5227168" cy="0"/>
          </a:xfrm>
          <a:prstGeom prst="line">
            <a:avLst/>
          </a:prstGeom>
          <a:noFill/>
          <a:ln w="9525">
            <a:solidFill>
              <a:srgbClr val="DFDFD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25786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29992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교내 개발 동아리 KKSC 창설 멤버로 활동하며 학내 서비스 2종을 출시했습니다.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364992"/>
            <a:ext cx="139192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3351276"/>
            <a:ext cx="139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 학점 102학점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114296" y="3364992"/>
            <a:ext cx="123952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114296" y="3351276"/>
            <a:ext cx="1239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4.1 / 4.5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436112" y="33649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436112" y="33512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TOEIC 905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432808" y="3364992"/>
            <a:ext cx="1336040" cy="310896"/>
          </a:xfrm>
          <a:prstGeom prst="roundRect">
            <a:avLst>
              <a:gd name="adj" fmla="val 50000"/>
            </a:avLst>
          </a:prstGeom>
          <a:solidFill>
            <a:srgbClr val="E2EDF8"/>
          </a:solidFill>
          <a:ln w="9525">
            <a:solidFill>
              <a:srgbClr val="A4C9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432808" y="3351276"/>
            <a:ext cx="133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 역량 인증 1급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0080" y="38587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KKSC 동아리 창설</a:t>
            </a:r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2025.03 -</a:t>
            </a:r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—  가천길잡이 앱 기획 주도, 21,000명 학우 대상 프로덕트 팀 전환.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6997" cy="70188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796" y="2853267"/>
            <a:ext cx="575719" cy="11514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40" y="2531533"/>
            <a:ext cx="253994" cy="338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40080" y="3657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188720" y="329184"/>
            <a:ext cx="67052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목표와 계획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7894015" y="438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PLANS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640080" y="914400"/>
            <a:ext cx="10911535" cy="228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9" name="Shape 4"/>
          <p:cNvSpPr/>
          <p:nvPr/>
        </p:nvSpPr>
        <p:spPr>
          <a:xfrm>
            <a:off x="640080" y="1325880"/>
            <a:ext cx="731520" cy="329184"/>
          </a:xfrm>
          <a:prstGeom prst="roundRect">
            <a:avLst>
              <a:gd name="adj" fmla="val 19444"/>
            </a:avLst>
          </a:prstGeom>
          <a:solidFill>
            <a:srgbClr val="2C2C2C"/>
          </a:solidFill>
          <a:ln/>
        </p:spPr>
      </p:sp>
      <p:sp>
        <p:nvSpPr>
          <p:cNvPr id="10" name="Text 5"/>
          <p:cNvSpPr/>
          <p:nvPr/>
        </p:nvSpPr>
        <p:spPr>
          <a:xfrm>
            <a:off x="640080" y="13167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FC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554480" y="1307592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정보처리기사 취득</a:t>
            </a:r>
            <a:pPr indent="0" marL="0">
              <a:buNone/>
            </a:pPr>
            <a:r>
              <a:rPr lang="en-US" sz="100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진행 중</a:t>
            </a:r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—  2026년 하반기 목표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1965960"/>
            <a:ext cx="731520" cy="329184"/>
          </a:xfrm>
          <a:prstGeom prst="roundRect">
            <a:avLst>
              <a:gd name="adj" fmla="val 19444"/>
            </a:avLst>
          </a:prstGeom>
          <a:solidFill>
            <a:srgbClr val="2C2C2C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19568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FC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중기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1554480" y="1947672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자격증(AWS SAA)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2606040"/>
            <a:ext cx="731520" cy="329184"/>
          </a:xfrm>
          <a:prstGeom prst="roundRect">
            <a:avLst>
              <a:gd name="adj" fmla="val 19444"/>
            </a:avLst>
          </a:prstGeom>
          <a:solidFill>
            <a:srgbClr val="2C2C2C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80" y="25968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FC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554480" y="2587752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2C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전체를 설계하는 테크리드</a:t>
            </a:r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—  측정 가능한 운영 역량 축적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07CD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김유신</a:t>
            </a:r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Yushin Kim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5029200" cy="12802"/>
          </a:xfrm>
          <a:prstGeom prst="rect">
            <a:avLst/>
          </a:prstGeom>
          <a:solidFill>
            <a:srgbClr val="B5B5B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245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  </a:t>
            </a:r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test@example.com</a:t>
            </a:r>
            <a:pPr indent="0" marL="0">
              <a:buNone/>
            </a:pPr>
            <a:r>
              <a:rPr lang="en-US" sz="850" b="1" dirty="0">
                <a:solidFill>
                  <a:srgbClr val="207C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GITHUB  </a:t>
            </a:r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github.com/yushin55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김유신 포트폴리오</dc:title>
  <dc:subject>PptxGenJS Presentation</dc:subject>
  <dc:creator>Fitpoly</dc:creator>
  <cp:lastModifiedBy>Fitpoly</cp:lastModifiedBy>
  <cp:revision>1</cp:revision>
  <dcterms:created xsi:type="dcterms:W3CDTF">2026-06-12T16:21:55Z</dcterms:created>
  <dcterms:modified xsi:type="dcterms:W3CDTF">2026-06-12T16:21:55Z</dcterms:modified>
</cp:coreProperties>
</file>