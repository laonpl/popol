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9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</p:sldIdLst>
  <p:sldSz cx="18288000" cy="10287000"/>
  <p:notesSz cx="6858000" cy="9144000"/>
  <p:embeddedFontLst>
    <p:embeddedFont>
      <p:font typeface="Pretendard Bold" panose="020B0600000101010101" charset="-127"/>
      <p:bold r:id="rId10"/>
    </p:embeddedFont>
    <p:embeddedFont>
      <p:font typeface="Pretendard ExtraBold" panose="020B0600000101010101" charset="-127"/>
      <p:bold r:id="rId11"/>
    </p:embeddedFont>
    <p:embeddedFont>
      <p:font typeface="Pretendard Regular" panose="020B0600000101010101" charset="-127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3" d="100"/>
          <a:sy n="73" d="100"/>
        </p:scale>
        <p:origin x="594" y="1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7" Type="http://schemas.openxmlformats.org/officeDocument/2006/relationships/slide" Target="slides/slide1.xml"/><Relationship Id="rId13" Type="http://schemas.openxmlformats.org/officeDocument/2006/relationships/presProps" Target="presProps.xml"/><Relationship Id="rId18" Type="http://schemas.openxmlformats.org/officeDocument/2006/relationships/slide" Target="slides/slide2.xml"/><Relationship Id="rId19" Type="http://schemas.openxmlformats.org/officeDocument/2006/relationships/slide" Target="slides/slide3.xml"/><Relationship Id="rId12" Type="http://schemas.openxmlformats.org/officeDocument/2006/relationships/font" Target="fonts/font3.fntdata"/><Relationship Id="rId20" Type="http://schemas.openxmlformats.org/officeDocument/2006/relationships/slide" Target="slides/slide4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1" Type="http://schemas.openxmlformats.org/officeDocument/2006/relationships/slide" Target="slides/slide5.xml"/><Relationship Id="rId11" Type="http://schemas.openxmlformats.org/officeDocument/2006/relationships/font" Target="fonts/font2.fntdata"/><Relationship Id="rId22" Type="http://schemas.openxmlformats.org/officeDocument/2006/relationships/slide" Target="slides/slide6.xml"/><Relationship Id="rId15" Type="http://schemas.openxmlformats.org/officeDocument/2006/relationships/theme" Target="theme/theme1.xml"/><Relationship Id="rId10" Type="http://schemas.openxmlformats.org/officeDocument/2006/relationships/font" Target="fonts/font1.fntdata"/><Relationship Id="rId23" Type="http://schemas.openxmlformats.org/officeDocument/2006/relationships/slide" Target="slides/slide7.xml"/><Relationship Id="rId24" Type="http://schemas.openxmlformats.org/officeDocument/2006/relationships/slide" Target="slides/slide8.xml"/><Relationship Id="rId14" Type="http://schemas.openxmlformats.org/officeDocument/2006/relationships/viewProps" Target="viewProps.xml"/><Relationship Id="rId25" Type="http://schemas.openxmlformats.org/officeDocument/2006/relationships/slide" Target="slides/slide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/>
              <a:t/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/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/>
            </a:r>
          </a:p>
          <a:p>
            <a:pPr lvl="1"/>
            <a:r>
              <a:rPr/>
              <a:t/>
            </a:r>
          </a:p>
          <a:p>
            <a:pPr lvl="2"/>
            <a:r>
              <a:rPr/>
              <a:t/>
            </a:r>
          </a:p>
          <a:p>
            <a:pPr lvl="3"/>
            <a:r>
              <a:rPr/>
              <a:t/>
            </a:r>
          </a:p>
          <a:p>
            <a:pPr lvl="4"/>
            <a:r>
              <a:rPr/>
              <a:t/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/>
              <a:t/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/>
              <a:t/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/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/>
              <a:t/>
            </a:r>
          </a:p>
          <a:p>
            <a:pPr lvl="1"/>
            <a:r>
              <a:rPr/>
              <a:t/>
            </a:r>
          </a:p>
          <a:p>
            <a:pPr lvl="2"/>
            <a:r>
              <a:rPr/>
              <a:t/>
            </a:r>
          </a:p>
          <a:p>
            <a:pPr lvl="3"/>
            <a:r>
              <a:rPr/>
              <a:t/>
            </a:r>
          </a:p>
          <a:p>
            <a:pPr lvl="4"/>
            <a:r>
              <a:rPr/>
              <a:t/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/>
              <a:t/>
            </a:r>
          </a:p>
          <a:p>
            <a:pPr lvl="1"/>
            <a:r>
              <a:rPr/>
              <a:t/>
            </a:r>
          </a:p>
          <a:p>
            <a:pPr lvl="2"/>
            <a:r>
              <a:rPr/>
              <a:t/>
            </a:r>
          </a:p>
          <a:p>
            <a:pPr lvl="3"/>
            <a:r>
              <a:rPr/>
              <a:t/>
            </a:r>
          </a:p>
          <a:p>
            <a:pPr lvl="4"/>
            <a:r>
              <a:rPr/>
              <a:t/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/>
              <a:t/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/>
              <a:t/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/>
              <a:t/>
            </a:r>
          </a:p>
          <a:p>
            <a:pPr lvl="1"/>
            <a:r>
              <a:rPr/>
              <a:t/>
            </a:r>
          </a:p>
          <a:p>
            <a:pPr lvl="2"/>
            <a:r>
              <a:rPr/>
              <a:t/>
            </a:r>
          </a:p>
          <a:p>
            <a:pPr lvl="3"/>
            <a:r>
              <a:rPr/>
              <a:t/>
            </a:r>
          </a:p>
          <a:p>
            <a:pPr lvl="4"/>
            <a:r>
              <a:rPr/>
              <a:t/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/>
              <a:t/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/>
              <a:t/>
            </a:r>
          </a:p>
          <a:p>
            <a:pPr lvl="1"/>
            <a:r>
              <a:rPr/>
              <a:t/>
            </a:r>
          </a:p>
          <a:p>
            <a:pPr lvl="2"/>
            <a:r>
              <a:rPr/>
              <a:t/>
            </a:r>
          </a:p>
          <a:p>
            <a:pPr lvl="3"/>
            <a:r>
              <a:rPr/>
              <a:t/>
            </a:r>
          </a:p>
          <a:p>
            <a:pPr lvl="4"/>
            <a:r>
              <a:rPr/>
              <a:t/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/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/>
              <a:t/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/>
              <a:t/>
            </a:r>
          </a:p>
          <a:p>
            <a:pPr lvl="1"/>
            <a:r>
              <a:rPr/>
              <a:t/>
            </a:r>
          </a:p>
          <a:p>
            <a:pPr lvl="2"/>
            <a:r>
              <a:rPr/>
              <a:t/>
            </a:r>
          </a:p>
          <a:p>
            <a:pPr lvl="3"/>
            <a:r>
              <a:rPr/>
              <a:t/>
            </a:r>
          </a:p>
          <a:p>
            <a:pPr lvl="4"/>
            <a:r>
              <a:rPr/>
              <a:t/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/>
              <a:t/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/>
              <a:t/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/>
              <a:t/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/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/>
              <a:t/>
            </a:r>
          </a:p>
          <a:p>
            <a:pPr lvl="1"/>
            <a:r>
              <a:rPr/>
              <a:t/>
            </a:r>
          </a:p>
          <a:p>
            <a:pPr lvl="2"/>
            <a:r>
              <a:rPr/>
              <a:t/>
            </a:r>
          </a:p>
          <a:p>
            <a:pPr lvl="3"/>
            <a:r>
              <a:rPr/>
              <a:t/>
            </a:r>
          </a:p>
          <a:p>
            <a:pPr lvl="4"/>
            <a:r>
              <a:rPr/>
              <a:t/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/>
              <a:t/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/>
              <a:t/>
            </a:r>
          </a:p>
          <a:p>
            <a:pPr lvl="1"/>
            <a:r>
              <a:rPr/>
              <a:t/>
            </a:r>
          </a:p>
          <a:p>
            <a:pPr lvl="2"/>
            <a:r>
              <a:rPr/>
              <a:t/>
            </a:r>
          </a:p>
          <a:p>
            <a:pPr lvl="3"/>
            <a:r>
              <a:rPr/>
              <a:t/>
            </a:r>
          </a:p>
          <a:p>
            <a:pPr lvl="4"/>
            <a:r>
              <a:rPr/>
              <a:t/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/>
              <a:t/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/>
              <a:t/>
            </a:r>
          </a:p>
          <a:p>
            <a:pPr lvl="1"/>
            <a:r>
              <a:rPr/>
              <a:t/>
            </a:r>
          </a:p>
          <a:p>
            <a:pPr lvl="2"/>
            <a:r>
              <a:rPr/>
              <a:t/>
            </a:r>
          </a:p>
          <a:p>
            <a:pPr lvl="3"/>
            <a:r>
              <a:rPr/>
              <a:t/>
            </a:r>
          </a:p>
          <a:p>
            <a:pPr lvl="4"/>
            <a:r>
              <a:rPr/>
              <a:t/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2.png"/><Relationship Id="rId7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11" Type="http://schemas.openxmlformats.org/officeDocument/2006/relationships/image" Target="../media/image13.png"/><Relationship Id="rId5" Type="http://schemas.openxmlformats.org/officeDocument/2006/relationships/image" Target="../media/image15.png"/><Relationship Id="rId10" Type="http://schemas.openxmlformats.org/officeDocument/2006/relationships/image" Target="../media/image10.png"/><Relationship Id="rId4" Type="http://schemas.openxmlformats.org/officeDocument/2006/relationships/image" Target="../media/image14.png"/><Relationship Id="rId9" Type="http://schemas.openxmlformats.org/officeDocument/2006/relationships/image" Target="../media/image4.png"/></Relationships>
</file>

<file path=ppt/slides/_rels/slide5.xml.rels><?xml version="1.0" encoding="UTF-8" standalone="yes"?>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.png"/><Relationship Id="rId7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4.png"/><Relationship Id="rId10" Type="http://schemas.openxmlformats.org/officeDocument/2006/relationships/image" Target="../media/image13.png"/><Relationship Id="rId4" Type="http://schemas.openxmlformats.org/officeDocument/2006/relationships/image" Target="../media/image23.png"/><Relationship Id="rId9" Type="http://schemas.openxmlformats.org/officeDocument/2006/relationships/image" Target="../media/image10.png"/></Relationships>
</file>

<file path=ppt/slides/_rels/slide6.xml.rels><?xml version="1.0" encoding="UTF-8" standalone="yes"?>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2.png"/><Relationship Id="rId7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11" Type="http://schemas.openxmlformats.org/officeDocument/2006/relationships/image" Target="../media/image13.png"/><Relationship Id="rId5" Type="http://schemas.openxmlformats.org/officeDocument/2006/relationships/image" Target="../media/image15.png"/><Relationship Id="rId10" Type="http://schemas.openxmlformats.org/officeDocument/2006/relationships/image" Target="../media/image10.png"/><Relationship Id="rId4" Type="http://schemas.openxmlformats.org/officeDocument/2006/relationships/image" Target="../media/image14.png"/><Relationship Id="rId9" Type="http://schemas.openxmlformats.org/officeDocument/2006/relationships/image" Target="../media/image4.png"/></Relationships>
</file>

<file path=ppt/slides/_rels/slide7.xml.rels><?xml version="1.0" encoding="UTF-8" standalone="yes"?>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.png"/><Relationship Id="rId7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9" Type="http://schemas.openxmlformats.org/officeDocument/2006/relationships/image" Target="../media/image13.png"/></Relationships>
</file>

<file path=ppt/slides/_rels/slide8.xml.rels><?xml version="1.0" encoding="UTF-8" standalone="yes"?>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.png"/><Relationship Id="rId7" Type="http://schemas.openxmlformats.org/officeDocument/2006/relationships/image" Target="../media/image2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9" Type="http://schemas.openxmlformats.org/officeDocument/2006/relationships/image" Target="../media/image13.png"/></Relationships>
</file>

<file path=ppt/slides/_rels/slide9.xml.rels><?xml version="1.0" encoding="UTF-8" standalone="yes"?>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10" Type="http://schemas.openxmlformats.org/officeDocument/2006/relationships/image" Target="../media/image13.png"/><Relationship Id="rId4" Type="http://schemas.openxmlformats.org/officeDocument/2006/relationships/image" Target="../media/image30.png"/><Relationship Id="rId9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-2147483648" y="-1600669900"/>
            <a:ext cx="2147483647" cy="2147483647"/>
            <a:chOff x="0" y="0"/>
            <a:chExt cx="0" cy="0"/>
          </a:xfrm>
        </p:grpSpPr>
      </p:grp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4300"/>
            <a:ext cx="190500" cy="105283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66700" y="4279900"/>
            <a:ext cx="863600" cy="17272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0" y="8623300"/>
            <a:ext cx="16002000" cy="10414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08400" y="762000"/>
            <a:ext cx="12560300" cy="127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1524000" y="5448300"/>
            <a:ext cx="4114800" cy="4191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99600"/>
              </a:lnSpc>
            </a:pPr>
            <a:r>
              <a:rPr sz="1780"/>
              <a:t>김유신 포트폴리오</a:t>
            </a:r>
            <a:endParaRPr lang="en-US" sz="2400" b="0" i="0" u="none" strike="noStrike" dirty="0">
              <a:solidFill>
                <a:srgbClr val="207CD7"/>
              </a:solidFill>
              <a:latin typeface="Pretendard Regular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2438400" y="4088674"/>
            <a:ext cx="11760200" cy="19304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99600"/>
              </a:lnSpc>
            </a:pPr>
            <a:r>
              <a:rPr lang="ko-KR" altLang="en-US" sz="5158" b="0" i="0" u="none" strike="noStrike" dirty="0">
                <a:ea typeface="Pretendard ExtraBold"/>
              </a:rPr>
              <a:t>문제를 정의하고 끝까지 검증하는 프론트엔드 개발자</a:t>
            </a:r>
            <a:endParaRPr lang="ko-KR" sz="7200" b="0" i="0" u="none" strike="noStrike" dirty="0">
              <a:ea typeface="Pretendard Extra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524000" y="2336800"/>
            <a:ext cx="10972800" cy="13081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99600"/>
              </a:lnSpc>
            </a:pPr>
            <a:r>
              <a:rPr lang="ko-KR" altLang="en-US" sz="6877" b="0" i="0" u="none" strike="noStrike">
                <a:solidFill>
                  <a:srgbClr val="FF0000"/>
                </a:solidFill>
                <a:ea typeface="Pretendard Bold"/>
              </a:rPr>
              <a:t>김유신</a:t>
            </a:r>
            <a:endParaRPr lang="en-US" sz="9600" b="0" i="0" u="none" strike="noStrike" dirty="0">
              <a:solidFill>
                <a:srgbClr val="FF0000"/>
              </a:solidFill>
              <a:latin typeface="Pretendard Bold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892300" y="4794250"/>
            <a:ext cx="1600200" cy="3175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99600"/>
              </a:lnSpc>
            </a:pPr>
            <a:r>
              <a:rPr sz="1400"/>
              <a:t>코코네 · 프론트엔드 …</a:t>
            </a:r>
            <a:endParaRPr lang="en-US" sz="1800" b="0" i="0" u="none" strike="noStrike" dirty="0">
              <a:solidFill>
                <a:srgbClr val="207CD7"/>
              </a:solidFill>
              <a:latin typeface="Pretendard Regula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147483648" y="-1600669900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4300"/>
            <a:ext cx="190500" cy="10528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66700" y="4279900"/>
            <a:ext cx="863600" cy="17272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6205" y="7785100"/>
            <a:ext cx="9969500" cy="11049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2300" y="6197600"/>
            <a:ext cx="9969500" cy="1104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2300" y="4597400"/>
            <a:ext cx="9969500" cy="11049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2300" y="2997200"/>
            <a:ext cx="9969500" cy="1104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2300" y="1397000"/>
            <a:ext cx="9969500" cy="11049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0600" y="7975600"/>
            <a:ext cx="876300" cy="7239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0600" y="6375400"/>
            <a:ext cx="876300" cy="7239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0600" y="4787900"/>
            <a:ext cx="876300" cy="7239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0600" y="3187700"/>
            <a:ext cx="876300" cy="7239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0600" y="1587500"/>
            <a:ext cx="876300" cy="7239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14600" y="8280400"/>
            <a:ext cx="749300" cy="7493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13303" y="5842000"/>
            <a:ext cx="2726491" cy="21590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838200" y="5130800"/>
            <a:ext cx="9525000" cy="254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8623300" y="8089900"/>
            <a:ext cx="3505200" cy="53340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/>
          <a:p>
            <a:pPr lvl="0">
              <a:lnSpc>
                <a:spcPct val="166000"/>
              </a:lnSpc>
            </a:pPr>
            <a:r>
              <a:rPr lang="en-US" altLang="ko-KR" sz="2539" b="0" i="0" u="none" strike="noStrike" dirty="0">
                <a:solidFill>
                  <a:srgbClr val="000000"/>
                </a:solidFill>
                <a:latin typeface="Pretendard Bold" panose="020B0600000101010101" charset="-127"/>
                <a:ea typeface="Pretendard Bold" panose="020B0600000101010101" charset="-127"/>
              </a:rPr>
              <a:t>연락처</a:t>
            </a:r>
            <a:endParaRPr lang="ko-KR" sz="3000" b="0" i="0" u="none" strike="noStrike" dirty="0">
              <a:solidFill>
                <a:srgbClr val="000000"/>
              </a:solidFill>
              <a:latin typeface="Pretendard Bold" panose="020B0600000101010101" charset="-127"/>
              <a:ea typeface="Pretendard Bold" panose="020B0600000101010101" charset="-127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7505700" y="8204200"/>
            <a:ext cx="546100" cy="45720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/>
          <a:p>
            <a:pPr lvl="0">
              <a:lnSpc>
                <a:spcPct val="166000"/>
              </a:lnSpc>
            </a:pPr>
            <a:r>
              <a:rPr lang="en-US" sz="2025" b="0" i="0" u="none" strike="noStrike">
                <a:solidFill>
                  <a:srgbClr val="1879C2"/>
                </a:solidFill>
                <a:latin typeface="Pretendard Bold"/>
              </a:rPr>
              <a:t>05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623300" y="6489700"/>
            <a:ext cx="3505200" cy="53340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/>
          <a:p>
            <a:pPr lvl="0">
              <a:lnSpc>
                <a:spcPct val="166000"/>
              </a:lnSpc>
            </a:pPr>
            <a:r>
              <a:rPr lang="en-US" altLang="ko-KR" sz="2539" b="0" i="0" u="none" strike="noStrike" dirty="0">
                <a:solidFill>
                  <a:srgbClr val="000000"/>
                </a:solidFill>
                <a:latin typeface="Pretendard Bold" panose="020B0600000101010101" charset="-127"/>
                <a:ea typeface="Pretendard Bold" panose="020B0600000101010101" charset="-127"/>
              </a:rPr>
              <a:t>수상 및 자격</a:t>
            </a:r>
            <a:endParaRPr lang="ko-KR" sz="3000" b="0" i="0" u="none" strike="noStrike" dirty="0">
              <a:solidFill>
                <a:srgbClr val="000000"/>
              </a:solidFill>
              <a:latin typeface="Pretendard Bold" panose="020B0600000101010101" charset="-127"/>
              <a:ea typeface="Pretendard Bold" panose="020B0600000101010101" charset="-127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7505700" y="6604000"/>
            <a:ext cx="546100" cy="45720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/>
          <a:p>
            <a:pPr lvl="0">
              <a:lnSpc>
                <a:spcPct val="166000"/>
              </a:lnSpc>
            </a:pPr>
            <a:r>
              <a:rPr lang="en-US" sz="2025" b="0" i="0" u="none" strike="noStrike">
                <a:solidFill>
                  <a:srgbClr val="1879C2"/>
                </a:solidFill>
                <a:latin typeface="Pretendard Bold"/>
              </a:rPr>
              <a:t>04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623300" y="4889500"/>
            <a:ext cx="3505200" cy="53340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/>
          <a:p>
            <a:pPr lvl="0">
              <a:lnSpc>
                <a:spcPct val="166000"/>
              </a:lnSpc>
            </a:pPr>
            <a:r>
              <a:rPr lang="en-US" altLang="ko-KR" sz="2149" dirty="0">
                <a:solidFill>
                  <a:srgbClr val="000000"/>
                </a:solidFill>
                <a:latin typeface="Pretendard Bold"/>
                <a:ea typeface="Pretendard Bold"/>
              </a:rPr>
              <a:t>교내 해커톤 우승 프로젝트</a:t>
            </a:r>
            <a:endParaRPr lang="ko-KR" sz="3000" b="0" i="0" u="none" strike="noStrike" dirty="0">
              <a:solidFill>
                <a:srgbClr val="000000"/>
              </a:solidFill>
              <a:ea typeface="Pretendard Bold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7505700" y="5003800"/>
            <a:ext cx="546100" cy="45720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/>
          <a:p>
            <a:pPr lvl="0">
              <a:lnSpc>
                <a:spcPct val="166000"/>
              </a:lnSpc>
            </a:pPr>
            <a:r>
              <a:rPr lang="en-US" sz="2025" b="0" i="0" u="none" strike="noStrike">
                <a:solidFill>
                  <a:srgbClr val="1879C2"/>
                </a:solidFill>
                <a:latin typeface="Pretendard Bold"/>
              </a:rPr>
              <a:t>03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623300" y="3289300"/>
            <a:ext cx="3505200" cy="53340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/>
          <a:p>
            <a:pPr lvl="0">
              <a:lnSpc>
                <a:spcPct val="166000"/>
              </a:lnSpc>
            </a:pPr>
            <a:r>
              <a:rPr lang="en-US" altLang="ko-KR" sz="2149" b="0" i="0" u="none" strike="noStrike" dirty="0">
                <a:solidFill>
                  <a:srgbClr val="000000"/>
                </a:solidFill>
                <a:latin typeface="Pretendard Bold" panose="020B0600000101010101" charset="-127"/>
                <a:ea typeface="Pretendard Bold" panose="020B0600000101010101" charset="-127"/>
              </a:rPr>
              <a:t>POPOL 포트폴리오 서비스</a:t>
            </a:r>
            <a:endParaRPr lang="ko-KR" sz="3000" b="0" i="0" u="none" strike="noStrike" dirty="0">
              <a:solidFill>
                <a:srgbClr val="000000"/>
              </a:solidFill>
              <a:latin typeface="Pretendard Bold" panose="020B0600000101010101" charset="-127"/>
              <a:ea typeface="Pretendard Bold" panose="020B0600000101010101" charset="-127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7505700" y="3403600"/>
            <a:ext cx="546100" cy="45720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/>
          <a:p>
            <a:pPr lvl="0">
              <a:lnSpc>
                <a:spcPct val="166000"/>
              </a:lnSpc>
            </a:pPr>
            <a:r>
              <a:rPr lang="en-US" sz="2025" b="0" i="0" u="none" strike="noStrike">
                <a:solidFill>
                  <a:srgbClr val="1879C2"/>
                </a:solidFill>
                <a:latin typeface="Pretendard Bold"/>
              </a:rPr>
              <a:t>02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623300" y="1689100"/>
            <a:ext cx="3505200" cy="53340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/>
          <a:p>
            <a:pPr lvl="0">
              <a:lnSpc>
                <a:spcPct val="166000"/>
              </a:lnSpc>
            </a:pPr>
            <a:r>
              <a:rPr lang="en-US" altLang="ko-KR" sz="2539" b="0" i="0" u="none" strike="noStrike" dirty="0">
                <a:solidFill>
                  <a:srgbClr val="000000"/>
                </a:solidFill>
                <a:latin typeface="Pretendard Bold"/>
                <a:ea typeface="Pretendard Bold"/>
              </a:rPr>
              <a:t>소개</a:t>
            </a:r>
            <a:endParaRPr lang="ko-KR" sz="3000" b="0" i="0" u="none" strike="noStrike" dirty="0">
              <a:solidFill>
                <a:srgbClr val="000000"/>
              </a:solidFill>
              <a:ea typeface="Pretendard Bold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7505700" y="1803400"/>
            <a:ext cx="546100" cy="45720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/>
          <a:p>
            <a:pPr lvl="0">
              <a:lnSpc>
                <a:spcPct val="166000"/>
              </a:lnSpc>
            </a:pPr>
            <a:r>
              <a:rPr lang="en-US" sz="2025" b="0" i="0" u="none" strike="noStrike">
                <a:solidFill>
                  <a:srgbClr val="1879C2"/>
                </a:solidFill>
                <a:latin typeface="Pretendard Bold"/>
              </a:rPr>
              <a:t>01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619250" y="6273800"/>
            <a:ext cx="3352800" cy="825500"/>
          </a:xfrm>
          <a:prstGeom prst="rect">
            <a:avLst/>
          </a:prstGeom>
        </p:spPr>
        <p:txBody>
          <a:bodyPr lIns="0" tIns="0" rIns="0" bIns="0" rtlCol="0" anchor="ctr">
            <a:noAutofit/>
          </a:bodyPr>
          <a:lstStyle/>
          <a:p>
            <a:pPr lvl="0">
              <a:lnSpc>
                <a:spcPct val="116199"/>
              </a:lnSpc>
            </a:pPr>
            <a:r>
              <a:rPr lang="ko-KR" altLang="en-US" sz="2300" b="0" i="0" u="none" strike="noStrike" dirty="0">
                <a:solidFill>
                  <a:srgbClr val="2C2C2C"/>
                </a:solidFill>
                <a:ea typeface="Pretendard Regular"/>
              </a:rPr>
              <a:t>학력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574800" y="2146300"/>
            <a:ext cx="2209800" cy="3556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>
              <a:lnSpc>
                <a:spcPct val="99600"/>
              </a:lnSpc>
            </a:pPr>
            <a:r>
              <a:rPr lang="en-US" sz="1433" b="0" i="0" u="none" strike="noStrike">
                <a:solidFill>
                  <a:srgbClr val="207CD7"/>
                </a:solidFill>
                <a:latin typeface="Pretendard Bold"/>
              </a:rPr>
              <a:t>기술 스택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524000" y="927100"/>
            <a:ext cx="3543300" cy="12827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>
              <a:lnSpc>
                <a:spcPct val="99600"/>
              </a:lnSpc>
            </a:pPr>
            <a:r>
              <a:rPr lang="ko-KR" sz="6624" b="0" i="0" u="none" strike="noStrike">
                <a:solidFill>
                  <a:srgbClr val="2C2C2C"/>
                </a:solidFill>
                <a:ea typeface="Pretendard ExtraBold"/>
              </a:rPr>
              <a:t>목차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147483648" y="-1600669900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4300"/>
            <a:ext cx="190500" cy="10528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66700" y="4279900"/>
            <a:ext cx="863600" cy="17272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4200" y="6731000"/>
            <a:ext cx="10045700" cy="2413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4200" y="3937000"/>
            <a:ext cx="10045700" cy="2413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4200" y="1143000"/>
            <a:ext cx="10045700" cy="24130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9271000" y="7937500"/>
            <a:ext cx="1943100" cy="254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9271000" y="2336800"/>
            <a:ext cx="1943100" cy="254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838200" y="5130800"/>
            <a:ext cx="9525000" cy="254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74800" y="3797300"/>
            <a:ext cx="381000" cy="508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10795000" y="7353300"/>
            <a:ext cx="5664200" cy="12192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marL="342900" lvl="0" indent="-342900" algn="l">
              <a:lnSpc>
                <a:spcPct val="132800"/>
              </a:lnSpc>
              <a:buClr>
                <a:srgbClr val="2C2C2C"/>
              </a:buClr>
              <a:buFont typeface="Arial"/>
              <a:buChar char="●"/>
            </a:pPr>
            <a:r>
              <a:rPr lang="ko-KR" sz="2100" b="0" i="0" u="none" strike="noStrike">
                <a:solidFill>
                  <a:srgbClr val="2C2C2C"/>
                </a:solidFill>
                <a:ea typeface="Pretendard Regular"/>
              </a:rPr>
              <a:t>JavaScript, TypeScript, React, Node.js, Firebase, Git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795000" y="1752600"/>
            <a:ext cx="5664200" cy="12192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marL="342900" lvl="0" indent="-342900" algn="l">
              <a:lnSpc>
                <a:spcPct val="132800"/>
              </a:lnSpc>
              <a:buClr>
                <a:srgbClr val="2C2C2C"/>
              </a:buClr>
              <a:buFont typeface="Arial"/>
              <a:buChar char="●"/>
            </a:pPr>
            <a:r>
              <a:rPr lang="ko-KR" sz="2100" b="0" i="0" u="none" strike="noStrike">
                <a:solidFill>
                  <a:srgbClr val="2C2C2C"/>
                </a:solidFill>
                <a:ea typeface="Pretendard Regular"/>
              </a:rPr>
              <a:t>사용자 불편 수치 검증 및 작은 단위 빠른 개선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620000" y="2209800"/>
            <a:ext cx="2133600" cy="4953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16199"/>
              </a:lnSpc>
            </a:pPr>
            <a:r>
              <a:rPr lang="ko-KR" sz="2370" b="0" i="0" u="none" strike="noStrike">
                <a:solidFill>
                  <a:srgbClr val="2C2C2C"/>
                </a:solidFill>
                <a:ea typeface="Pretendard Bold"/>
              </a:rPr>
              <a:t>목표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620000" y="1892300"/>
            <a:ext cx="939800" cy="3302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16199"/>
              </a:lnSpc>
            </a:pPr>
            <a:r>
              <a:rPr lang="ko-KR" sz="1400" b="0" i="0" u="none" strike="noStrike">
                <a:solidFill>
                  <a:srgbClr val="9CB8D0"/>
                </a:solidFill>
                <a:ea typeface="Pretendard Bold"/>
              </a:rPr>
              <a:t>코코네 프론…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524000" y="4013200"/>
            <a:ext cx="3416300" cy="11684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32800"/>
              </a:lnSpc>
            </a:pPr>
            <a:r>
              <a:rPr lang="en-US" sz="2000" b="0" i="0" u="none" strike="noStrike">
                <a:solidFill>
                  <a:srgbClr val="2C2C2C"/>
                </a:solidFill>
                <a:latin typeface="Pretendard Regular"/>
              </a:rPr>
              <a:t>문제를 정의하고 끝까지 검증하는 프론트엔드 개발자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574800" y="2933700"/>
            <a:ext cx="2209800" cy="3556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99600"/>
              </a:lnSpc>
            </a:pPr>
            <a:r>
              <a:rPr lang="en-US" sz="1433" b="0" i="0" u="none" strike="noStrike">
                <a:solidFill>
                  <a:srgbClr val="207CD7"/>
                </a:solidFill>
                <a:latin typeface="Pretendard Bold"/>
              </a:rPr>
              <a:t>강점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66750" y="901700"/>
            <a:ext cx="4584700" cy="19812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99600"/>
              </a:lnSpc>
            </a:pPr>
            <a:r>
              <a:rPr lang="en-US" sz="6000" b="0" i="0" u="none" strike="noStrike" dirty="0">
                <a:solidFill>
                  <a:srgbClr val="2C2C2C"/>
                </a:solidFill>
                <a:latin typeface="Pretendard ExtraBold"/>
              </a:rPr>
              <a:t>소개</a:t>
            </a:r>
            <a:endParaRPr lang="ko-KR" sz="6000" b="0" i="0" u="none" strike="noStrike" dirty="0">
              <a:solidFill>
                <a:srgbClr val="2C2C2C"/>
              </a:solidFill>
              <a:ea typeface="Pretendard Extra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147483648" y="-1600669900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4300"/>
            <a:ext cx="190500" cy="10528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66700" y="4279900"/>
            <a:ext cx="863600" cy="17272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41200" y="4711700"/>
            <a:ext cx="5080000" cy="44069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82500" y="5041900"/>
            <a:ext cx="4597400" cy="2247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141200" y="3657600"/>
            <a:ext cx="5080000" cy="9525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4711700"/>
            <a:ext cx="5080000" cy="4406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5041900"/>
            <a:ext cx="4597400" cy="22479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31000" y="3657600"/>
            <a:ext cx="5080000" cy="9525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31000" y="1143000"/>
            <a:ext cx="10490200" cy="21463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7416800" y="2743200"/>
            <a:ext cx="292100" cy="381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7416800" y="2286000"/>
            <a:ext cx="292100" cy="381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5400000">
            <a:off x="838200" y="5130800"/>
            <a:ext cx="9525000" cy="254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74800" y="3797300"/>
            <a:ext cx="381000" cy="508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7632700" y="3898900"/>
            <a:ext cx="3302000" cy="4953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ctr">
              <a:lnSpc>
                <a:spcPct val="132800"/>
              </a:lnSpc>
            </a:pPr>
            <a:r>
              <a:rPr lang="ko-KR" sz="2370" b="0" i="0" u="none" strike="noStrike">
                <a:solidFill>
                  <a:srgbClr val="FFFFFF"/>
                </a:solidFill>
                <a:ea typeface="Pretendard Bold"/>
              </a:rPr>
              <a:t>Firebase, Git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410700" y="2133600"/>
            <a:ext cx="5664200" cy="3556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32800"/>
              </a:lnSpc>
            </a:pPr>
            <a:r>
              <a:rPr lang="en-US" sz="1433" b="0" i="0" u="none" strike="noStrike">
                <a:solidFill>
                  <a:srgbClr val="2C2C2C"/>
                </a:solidFill>
                <a:latin typeface="Pretendard Regular"/>
              </a:rPr>
              <a:t>JavaScript, TypeScript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734300" y="2146300"/>
            <a:ext cx="1587500" cy="3556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16199"/>
              </a:lnSpc>
            </a:pPr>
            <a:r>
              <a:rPr lang="ko-KR" sz="1433" b="0" i="0" u="none" strike="noStrike">
                <a:solidFill>
                  <a:srgbClr val="2C2C2C"/>
                </a:solidFill>
                <a:ea typeface="Pretendard Bold"/>
              </a:rPr>
              <a:t>언어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524000" y="4013200"/>
            <a:ext cx="3416300" cy="11684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32800"/>
              </a:lnSpc>
            </a:pPr>
            <a:r>
              <a:rPr lang="ko-KR" sz="2000" b="0" i="0" u="none" strike="noStrike">
                <a:solidFill>
                  <a:srgbClr val="2C2C2C"/>
                </a:solidFill>
                <a:ea typeface="Pretendard Regular"/>
              </a:rPr>
              <a:t>React, Node.js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574800" y="2933700"/>
            <a:ext cx="3365500" cy="3556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99600"/>
              </a:lnSpc>
            </a:pPr>
            <a:r>
              <a:rPr lang="en-US" sz="1433" b="0" i="0" u="none" strike="noStrike">
                <a:solidFill>
                  <a:srgbClr val="207CD7"/>
                </a:solidFill>
                <a:latin typeface="Pretendard Bold"/>
              </a:rPr>
              <a:t>프레임워크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24000" y="927100"/>
            <a:ext cx="3517900" cy="19812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99600"/>
              </a:lnSpc>
            </a:pPr>
            <a:r>
              <a:rPr lang="en-US" altLang="ko-KR" sz="6000" dirty="0">
                <a:solidFill>
                  <a:srgbClr val="2C2C2C"/>
                </a:solidFill>
                <a:latin typeface="Pretendard ExtraBold"/>
                <a:ea typeface="Pretendard ExtraBold"/>
              </a:rPr>
              <a:t>기술 스택</a:t>
            </a:r>
            <a:endParaRPr lang="ko-KR" sz="6000" b="0" i="0" u="none" strike="noStrike" dirty="0">
              <a:solidFill>
                <a:srgbClr val="2C2C2C"/>
              </a:solidFill>
              <a:ea typeface="Pretendard Extra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147483648" y="-1600669900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4300"/>
            <a:ext cx="190500" cy="10528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66700" y="4279900"/>
            <a:ext cx="863600" cy="17272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6591300"/>
            <a:ext cx="10490200" cy="2679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0121900" y="8712200"/>
            <a:ext cx="292100" cy="38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0121900" y="8204200"/>
            <a:ext cx="292100" cy="38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0121900" y="7696200"/>
            <a:ext cx="292100" cy="38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8788400" y="7912100"/>
            <a:ext cx="1943100" cy="254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31000" y="1092200"/>
            <a:ext cx="10490200" cy="8382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838200" y="5130800"/>
            <a:ext cx="9525000" cy="254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74800" y="3797300"/>
            <a:ext cx="381000" cy="508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10439400" y="7556500"/>
            <a:ext cx="749300" cy="3556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16199"/>
              </a:lnSpc>
            </a:pPr>
            <a:r>
              <a:rPr lang="ko-KR" sz="1400" b="0" i="0" u="none" strike="noStrike">
                <a:solidFill>
                  <a:srgbClr val="2C2C2C"/>
                </a:solidFill>
                <a:ea typeface="Pretendard Bold"/>
              </a:rPr>
              <a:t>해결 아…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248900" y="6959600"/>
            <a:ext cx="5969000" cy="3556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32800"/>
              </a:lnSpc>
            </a:pPr>
            <a:r>
              <a:rPr lang="ko-KR" sz="1433" b="0" i="0" u="none" strike="noStrike">
                <a:solidFill>
                  <a:srgbClr val="2C2C2C"/>
                </a:solidFill>
                <a:ea typeface="Pretendard Regular"/>
              </a:rPr>
              <a:t>한글 전각 폭 기반 측정 모델 개발, 폰트 자동 축소 로직 통일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251700" y="6972300"/>
            <a:ext cx="2133600" cy="4953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16199"/>
              </a:lnSpc>
            </a:pPr>
            <a:r>
              <a:rPr lang="ko-KR" sz="2180" b="0" i="0" u="none" strike="noStrike">
                <a:solidFill>
                  <a:srgbClr val="2C2C2C"/>
                </a:solidFill>
                <a:ea typeface="Pretendard Bold"/>
              </a:rPr>
              <a:t>React, Node.js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363200" y="1282700"/>
            <a:ext cx="3200400" cy="4953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ctr">
              <a:lnSpc>
                <a:spcPct val="99600"/>
              </a:lnSpc>
            </a:pPr>
            <a:r>
              <a:rPr lang="en-US" sz="2370" b="0" i="0" u="none" strike="noStrike">
                <a:solidFill>
                  <a:srgbClr val="FFFFFF"/>
                </a:solidFill>
                <a:latin typeface="Pretendard Bold"/>
              </a:rPr>
              <a:t>12건 → 0건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524000" y="4013200"/>
            <a:ext cx="3416300" cy="7620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32800"/>
              </a:lnSpc>
            </a:pPr>
            <a:r>
              <a:rPr lang="ko-KR" sz="1693" b="0" i="0" u="none" strike="noStrike">
                <a:solidFill>
                  <a:srgbClr val="2C2C2C"/>
                </a:solidFill>
                <a:ea typeface="Pretendard Regular"/>
              </a:rPr>
              <a:t>평균 8시간 소요, 취업 준비생 포트폴리오 PPT 재작성 문제 발견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524000" y="927100"/>
            <a:ext cx="3517900" cy="19812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99600"/>
              </a:lnSpc>
            </a:pPr>
            <a:r>
              <a:rPr lang="en-US" altLang="ko-KR" sz="3347" b="0" i="0" u="none" strike="noStrike" dirty="0">
                <a:solidFill>
                  <a:srgbClr val="2C2C2C"/>
                </a:solidFill>
                <a:latin typeface="Pretendard ExtraBold" panose="020B0600000101010101" charset="-127"/>
                <a:ea typeface="Pretendard ExtraBold" panose="020B0600000101010101" charset="-127"/>
              </a:rPr>
              <a:t>POPOL 포트폴리오 서비스</a:t>
            </a:r>
            <a:endParaRPr lang="ko-KR" sz="6000" b="0" i="0" u="none" strike="noStrike" dirty="0">
              <a:solidFill>
                <a:srgbClr val="2C2C2C"/>
              </a:solidFill>
              <a:latin typeface="Pretendard ExtraBold" panose="020B0600000101010101" charset="-127"/>
              <a:ea typeface="Pretendard ExtraBold" panose="020B0600000101010101" charset="-127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1574800" y="2933700"/>
            <a:ext cx="3619500" cy="3556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99600"/>
              </a:lnSpc>
            </a:pPr>
            <a:r>
              <a:rPr lang="en-US" sz="1433" b="0" i="0" u="none" strike="noStrike">
                <a:solidFill>
                  <a:srgbClr val="207CD7"/>
                </a:solidFill>
                <a:latin typeface="Pretendard Bold"/>
              </a:rPr>
              <a:t>문제 정의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147483648" y="-1600669900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4300"/>
            <a:ext cx="190500" cy="10528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66700" y="4279900"/>
            <a:ext cx="863600" cy="17272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41200" y="4711700"/>
            <a:ext cx="5080000" cy="44069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82500" y="5041900"/>
            <a:ext cx="4597400" cy="2247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141200" y="3657600"/>
            <a:ext cx="5080000" cy="9525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4711700"/>
            <a:ext cx="5080000" cy="4406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5041900"/>
            <a:ext cx="4597400" cy="22479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31000" y="3657600"/>
            <a:ext cx="5080000" cy="9525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31000" y="1143000"/>
            <a:ext cx="10490200" cy="21463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7416800" y="2743200"/>
            <a:ext cx="292100" cy="381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7416800" y="2286000"/>
            <a:ext cx="292100" cy="381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5400000">
            <a:off x="838200" y="5130800"/>
            <a:ext cx="9525000" cy="254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74800" y="3797300"/>
            <a:ext cx="381000" cy="50800"/>
          </a:xfrm>
          <a:prstGeom prst="rect">
            <a:avLst/>
          </a:prstGeom>
        </p:spPr>
      </p:pic>
      <p:sp>
        <p:nvSpPr>
          <p:cNvPr id="22" name="TextBox 22"/>
          <p:cNvSpPr txBox="1"/>
          <p:nvPr/>
        </p:nvSpPr>
        <p:spPr>
          <a:xfrm>
            <a:off x="9410700" y="2133600"/>
            <a:ext cx="5664200" cy="3556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32800"/>
              </a:lnSpc>
            </a:pPr>
            <a:r>
              <a:rPr lang="en-US" sz="1433" b="0" i="0" u="none" strike="noStrike">
                <a:solidFill>
                  <a:srgbClr val="2C2C2C"/>
                </a:solidFill>
                <a:latin typeface="Pretendard Regular"/>
              </a:rPr>
              <a:t>36시간 내 AI 기반 채용공고 분석 기능 구현 및 대상 수상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734300" y="2146300"/>
            <a:ext cx="1587500" cy="3556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16199"/>
              </a:lnSpc>
            </a:pPr>
            <a:r>
              <a:rPr lang="ko-KR" sz="1433" b="0" i="0" u="none" strike="noStrike">
                <a:solidFill>
                  <a:srgbClr val="2C2C2C"/>
                </a:solidFill>
                <a:ea typeface="Pretendard Bold"/>
              </a:rPr>
              <a:t>문제 정의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524000" y="4013200"/>
            <a:ext cx="3416300" cy="11684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32800"/>
              </a:lnSpc>
            </a:pPr>
            <a:r>
              <a:rPr lang="ko-KR" sz="2000" b="0" i="0" u="none" strike="noStrike">
                <a:solidFill>
                  <a:srgbClr val="2C2C2C"/>
                </a:solidFill>
                <a:ea typeface="Pretendard Regular"/>
              </a:rPr>
              <a:t>2025.11 · 팀장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574800" y="2933700"/>
            <a:ext cx="3365500" cy="3556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99600"/>
              </a:lnSpc>
            </a:pPr>
            <a:r>
              <a:rPr lang="en-US" sz="1433" b="0" i="0" u="none" strike="noStrike">
                <a:solidFill>
                  <a:srgbClr val="207CD7"/>
                </a:solidFill>
                <a:latin typeface="Pretendard Bold"/>
              </a:rPr>
              <a:t>기간 · 역할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24000" y="927100"/>
            <a:ext cx="3517900" cy="19812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99600"/>
              </a:lnSpc>
            </a:pPr>
            <a:r>
              <a:rPr lang="en-US" altLang="ko-KR" sz="4298" dirty="0">
                <a:solidFill>
                  <a:srgbClr val="2C2C2C"/>
                </a:solidFill>
                <a:latin typeface="Pretendard ExtraBold"/>
                <a:ea typeface="Pretendard ExtraBold"/>
              </a:rPr>
              <a:t>교내 해커톤 우승 프로젝트</a:t>
            </a:r>
            <a:endParaRPr lang="ko-KR" sz="6000" b="0" i="0" u="none" strike="noStrike" dirty="0">
              <a:solidFill>
                <a:srgbClr val="2C2C2C"/>
              </a:solidFill>
              <a:ea typeface="Pretendard ExtraBo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147483648" y="-1600669900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4300"/>
            <a:ext cx="190500" cy="10528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66700" y="4279900"/>
            <a:ext cx="863600" cy="17272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0200" y="8382000"/>
            <a:ext cx="10490200" cy="863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0200" y="7454900"/>
            <a:ext cx="10490200" cy="8636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0200" y="6527800"/>
            <a:ext cx="10490200" cy="8636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0200" y="5588000"/>
            <a:ext cx="10490200" cy="8636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80200" y="4622800"/>
            <a:ext cx="10490200" cy="8636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779500" y="1993900"/>
            <a:ext cx="3416300" cy="22733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48900" y="1993900"/>
            <a:ext cx="3416300" cy="22733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18300" y="1993900"/>
            <a:ext cx="3416300" cy="22733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31000" y="1028700"/>
            <a:ext cx="10490200" cy="8636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838200" y="5130800"/>
            <a:ext cx="9525000" cy="254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74800" y="3797300"/>
            <a:ext cx="381000" cy="50800"/>
          </a:xfrm>
          <a:prstGeom prst="rect">
            <a:avLst/>
          </a:prstGeom>
        </p:spPr>
      </p:pic>
      <p:sp>
        <p:nvSpPr>
          <p:cNvPr id="27" name="TextBox 27"/>
          <p:cNvSpPr txBox="1"/>
          <p:nvPr/>
        </p:nvSpPr>
        <p:spPr>
          <a:xfrm>
            <a:off x="10363200" y="1231900"/>
            <a:ext cx="3200400" cy="4953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ctr">
              <a:lnSpc>
                <a:spcPct val="99600"/>
              </a:lnSpc>
            </a:pPr>
            <a:r>
              <a:rPr lang="ko-KR" sz="2006" b="0" i="0" u="none" strike="noStrike">
                <a:solidFill>
                  <a:srgbClr val="FFFFFF"/>
                </a:solidFill>
                <a:ea typeface="Pretendard Bold"/>
              </a:rPr>
              <a:t>컴퓨터공학과 · 2021-2026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34126" y="927826"/>
            <a:ext cx="4711699" cy="19812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99600"/>
              </a:lnSpc>
            </a:pPr>
            <a:r>
              <a:rPr lang="en-US" sz="6000" b="0" i="0" u="none" strike="noStrike" dirty="0">
                <a:solidFill>
                  <a:srgbClr val="2C2C2C"/>
                </a:solidFill>
                <a:latin typeface="Pretendard ExtraBold"/>
              </a:rPr>
              <a:t>학력</a:t>
            </a:r>
            <a:endParaRPr lang="ko-KR" sz="6000" b="0" i="0" u="none" strike="noStrike" dirty="0">
              <a:solidFill>
                <a:srgbClr val="2C2C2C"/>
              </a:solidFill>
              <a:ea typeface="Pretendard ExtraBol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147483648" y="-1600669900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4300"/>
            <a:ext cx="190500" cy="10528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66700" y="4279900"/>
            <a:ext cx="863600" cy="17272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>
            <a:alphaModFix amt="70000"/>
          </a:blip>
          <a:stretch>
            <a:fillRect/>
          </a:stretch>
        </p:blipFill>
        <p:spPr>
          <a:xfrm>
            <a:off x="11277600" y="6915150"/>
            <a:ext cx="1346200" cy="9779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6200" y="5734050"/>
            <a:ext cx="8229600" cy="9525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6200" y="4667250"/>
            <a:ext cx="8229600" cy="9525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6200" y="3600450"/>
            <a:ext cx="8229600" cy="9525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18300" y="3600450"/>
            <a:ext cx="2108200" cy="30861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838200" y="5130800"/>
            <a:ext cx="9525000" cy="254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74800" y="3797300"/>
            <a:ext cx="381000" cy="50800"/>
          </a:xfrm>
          <a:prstGeom prst="rect">
            <a:avLst/>
          </a:prstGeom>
        </p:spPr>
      </p:pic>
      <p:sp>
        <p:nvSpPr>
          <p:cNvPr id="27" name="TextBox 27"/>
          <p:cNvSpPr txBox="1"/>
          <p:nvPr/>
        </p:nvSpPr>
        <p:spPr>
          <a:xfrm>
            <a:off x="10490200" y="3841750"/>
            <a:ext cx="6489700" cy="4953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32800"/>
              </a:lnSpc>
            </a:pPr>
            <a:r>
              <a:rPr lang="ko-KR" sz="2370" b="0" i="0" u="none" strike="noStrike">
                <a:solidFill>
                  <a:srgbClr val="2C2C2C"/>
                </a:solidFill>
                <a:ea typeface="Pretendard Regular"/>
              </a:rPr>
              <a:t>가천대학교 · 2025.11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283700" y="3854450"/>
            <a:ext cx="1231900" cy="4953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16199"/>
              </a:lnSpc>
            </a:pPr>
            <a:r>
              <a:rPr lang="ko-KR" sz="2370" b="0" i="0" u="none" strike="noStrike">
                <a:solidFill>
                  <a:srgbClr val="889EB4"/>
                </a:solidFill>
                <a:ea typeface="Pretendard Bold"/>
              </a:rPr>
              <a:t>수상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524000" y="927100"/>
            <a:ext cx="3683000" cy="19812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99600"/>
              </a:lnSpc>
            </a:pPr>
            <a:r>
              <a:rPr lang="ko-KR" sz="5520" b="0" i="0" u="none" strike="noStrike">
                <a:solidFill>
                  <a:srgbClr val="2C2C2C"/>
                </a:solidFill>
                <a:ea typeface="Pretendard ExtraBold"/>
              </a:rPr>
              <a:t>수상 및 자격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147483648" y="-1600669900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4300"/>
            <a:ext cx="190500" cy="10528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66700" y="4279900"/>
            <a:ext cx="863600" cy="17272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59200" y="7835900"/>
            <a:ext cx="762000" cy="762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94600" y="7950200"/>
            <a:ext cx="8470900" cy="1143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35900" y="6502400"/>
            <a:ext cx="8470900" cy="11430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31000" y="6400800"/>
            <a:ext cx="749300" cy="7493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31000" y="5397500"/>
            <a:ext cx="1536700" cy="7239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59200" y="3479800"/>
            <a:ext cx="762000" cy="7620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94600" y="3594100"/>
            <a:ext cx="8470900" cy="11430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35900" y="2146300"/>
            <a:ext cx="8470900" cy="11430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31000" y="2044700"/>
            <a:ext cx="749300" cy="7493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31000" y="1041400"/>
            <a:ext cx="1536700" cy="7239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838200" y="5130800"/>
            <a:ext cx="9525000" cy="254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74800" y="3797300"/>
            <a:ext cx="381000" cy="50800"/>
          </a:xfrm>
          <a:prstGeom prst="rect">
            <a:avLst/>
          </a:prstGeom>
        </p:spPr>
      </p:pic>
      <p:sp>
        <p:nvSpPr>
          <p:cNvPr id="24" name="TextBox 24"/>
          <p:cNvSpPr txBox="1"/>
          <p:nvPr/>
        </p:nvSpPr>
        <p:spPr>
          <a:xfrm>
            <a:off x="9271000" y="2476500"/>
            <a:ext cx="6108700" cy="5207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32800"/>
              </a:lnSpc>
            </a:pPr>
            <a:r>
              <a:rPr lang="ko-KR" sz="2455" b="0" i="0" u="none" strike="noStrike">
                <a:solidFill>
                  <a:srgbClr val="6387AB"/>
                </a:solidFill>
                <a:ea typeface="Pretendard Regular"/>
              </a:rPr>
              <a:t>github.com/yushin55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559800" y="2387600"/>
            <a:ext cx="635000" cy="7112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16199"/>
              </a:lnSpc>
            </a:pPr>
            <a:r>
              <a:rPr lang="en-US" sz="1738" b="0" i="0" u="none" strike="noStrike">
                <a:solidFill>
                  <a:srgbClr val="6387AB"/>
                </a:solidFill>
                <a:latin typeface="Pretendard Bold"/>
              </a:rPr>
              <a:t>GITHUB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959600" y="1181100"/>
            <a:ext cx="1079500" cy="4953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ctr">
              <a:lnSpc>
                <a:spcPct val="116199"/>
              </a:lnSpc>
            </a:pPr>
            <a:r>
              <a:rPr lang="ko-KR" sz="1400" b="0" i="0" u="none" strike="noStrike">
                <a:solidFill>
                  <a:srgbClr val="207CD7"/>
                </a:solidFill>
                <a:ea typeface="Pretendard Bold"/>
              </a:rPr>
              <a:t>test@ex…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524000" y="927100"/>
            <a:ext cx="3683000" cy="19812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99600"/>
              </a:lnSpc>
            </a:pPr>
            <a:r>
              <a:rPr lang="ko-KR" sz="6000" b="0" i="0" u="none" strike="noStrike">
                <a:solidFill>
                  <a:srgbClr val="2C2C2C"/>
                </a:solidFill>
                <a:ea typeface="Pretendard ExtraBold"/>
              </a:rPr>
              <a:t>연락처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423</Words>
  <Application>Microsoft Office PowerPoint</Application>
  <PresentationFormat>사용자 지정</PresentationFormat>
  <Paragraphs>116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4" baseType="lpstr">
      <vt:lpstr>Pretendard Bold</vt:lpstr>
      <vt:lpstr>Pretendard ExtraBold</vt:lpstr>
      <vt:lpstr>Arial</vt:lpstr>
      <vt:lpstr>Pretendard Regular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  <cp:lastModifiedBy>유신 김</cp:lastModifiedBy>
  <cp:revision>5</cp:revision>
  <dcterms:created xsi:type="dcterms:W3CDTF">2006-08-16T00:00:00Z</dcterms:created>
  <dcterms:modified xsi:type="dcterms:W3CDTF">2025-05-25T11:57:58Z</dcterms:modified>
</cp:coreProperties>
</file>