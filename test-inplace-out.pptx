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7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" Type="http://schemas.openxmlformats.org/officeDocument/2006/relationships/font" Target="fonts/font3.fntdata"/><Relationship Id="rId20" Type="http://schemas.openxmlformats.org/officeDocument/2006/relationships/slide" Target="slides/slide4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" Type="http://schemas.openxmlformats.org/officeDocument/2006/relationships/slide" Target="slides/slide5.xml"/><Relationship Id="rId11" Type="http://schemas.openxmlformats.org/officeDocument/2006/relationships/font" Target="fonts/font2.fntdata"/><Relationship Id="rId22" Type="http://schemas.openxmlformats.org/officeDocument/2006/relationships/slide" Target="slides/slide6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14" Type="http://schemas.openxmlformats.org/officeDocument/2006/relationships/viewProps" Target="viewProps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김유신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Regular"/>
              </a:rPr>
              <a:t/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Pretendard Bold"/>
                <a:ea typeface="Pretendard Bold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800"/>
              <a:t>문제를 정의하고 끝까지 검증합니다.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7200" b="0" i="0" u="none" strike="noStrike" dirty="0">
                <a:ea typeface="Pretendard ExtraBold"/>
              </a:rPr>
              <a:t>코코네 프론트엔드 개발자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김유신 포트폴리오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290"/>
              <a:t>프론트엔드 개발자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연락처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수상 및 자격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dirty="0">
                <a:solidFill>
                  <a:srgbClr val="000000"/>
                </a:solidFill>
                <a:latin typeface="Pretendard Bold"/>
                <a:ea typeface="Pretendard Bold"/>
              </a:rPr>
              <a:t>교내 해커톤 우승 프로젝트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POPOL 포트폴리오 서비스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학력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기술 스택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코코네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562" b="0" i="0" u="none" strike="noStrike">
                <a:solidFill>
                  <a:srgbClr val="2C2C2C"/>
                </a:solidFill>
                <a:ea typeface="Pretendard Bold"/>
              </a:rPr>
              <a:t>github.com/yushin55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연락처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프론트엔드 개발자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5003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성장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4699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목표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사용자가 겪는 불편을 수치로 검증하고, 작은 단위로 빠르게 개선하는 것을 중요하게 생각합니다.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검증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가치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개선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소개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테스트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/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상태 관리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React, Node.js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도구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JavaScript, TypeScript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언어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협업 도구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Firebase, Git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기술 스택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효율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결과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시간 단축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기능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4232" b="0" i="0" u="none" strike="noStrike">
                <a:solidFill>
                  <a:srgbClr val="207CD7"/>
                </a:solidFill>
                <a:latin typeface="Pretendard Bold"/>
              </a:rPr>
              <a:t>자동 변환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취업 준비생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4232" b="0" i="0" u="none" strike="noStrike">
                <a:solidFill>
                  <a:srgbClr val="207CD7"/>
                </a:solidFill>
                <a:latin typeface="Pretendard Bold"/>
              </a:rPr>
              <a:t>8시간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React, Node.js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4232" b="0" i="0" u="none" strike="noStrike">
                <a:solidFill>
                  <a:srgbClr val="207CD7"/>
                </a:solidFill>
                <a:latin typeface="Pretendard Bold"/>
              </a:rPr>
              <a:t>PPT 변환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2025.09 - 2026.02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프론트엔드 리드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노션형 포트폴리오를 PPT로 자동 변환하여 포트폴리오 제작 시간을 단축합니다.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944" b="0" i="0" u="none" strike="noStrike">
                <a:solidFill>
                  <a:srgbClr val="207CD7"/>
                </a:solidFill>
                <a:latin typeface="Pretendard Bold"/>
              </a:rPr>
              <a:t>PPT 제작 8시간 문제 발견, 노션 포트폴리오 자동 변환 기능 개발.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4298" b="0" i="0" u="none" strike="noStrike" dirty="0">
                <a:solidFill>
                  <a:srgbClr val="2C2C2C"/>
                </a:solidFill>
                <a:latin typeface="Pretendard ExtraBold"/>
              </a:rPr>
              <a:t>POPOL 포트폴리오 서비스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608" b="0" i="0" u="none" strike="noStrike">
                <a:solidFill>
                  <a:srgbClr val="2C2C2C"/>
                </a:solidFill>
                <a:ea typeface="Pretendard Regular"/>
              </a:rPr>
              <a:t>주간 텍스트 잘림 제보가 12건에서 0건으로 감소했으며, 포트폴리오 변환 시간이 8시간에서 10분으로 단축되었습니다.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8시간 → 10분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608" b="0" i="0" u="none" strike="noStrike">
                <a:solidFill>
                  <a:srgbClr val="2C2C2C"/>
                </a:solidFill>
                <a:ea typeface="Pretendard Regular"/>
              </a:rPr>
              <a:t>노션 구조를 분석하여 슬라이드 자동 구성 로직을 설계하고, 렌더링 파이프라인 전체를 측정 가능한 단위로 쪼개는 설계를 적용했습니다.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12건 → 0건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텍스트 잘림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8시간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변환 파이프라인 설계 및 프론트엔드 미리보기 개발을 담당했습니다.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문제 정의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한글 전각 폭 기반 측정 모델을 만들어 폰트 자동 축소 로직을 통일하고, 미리보기와 다운로드 결과를 일치시켰습니다.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900" b="0" i="0" u="none" strike="noStrike">
                <a:solidFill>
                  <a:srgbClr val="207CD7"/>
                </a:solidFill>
                <a:latin typeface="Pretendard Bold"/>
              </a:rPr>
              <a:t>변환 파이프라인 설계와 프론트엔드 미리보기 개발을 맡았습니다.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3347" dirty="0">
                <a:solidFill>
                  <a:srgbClr val="2C2C2C"/>
                </a:solidFill>
                <a:latin typeface="Pretendard ExtraBold"/>
                <a:ea typeface="Pretendard ExtraBold"/>
              </a:rPr>
              <a:t>POPOL 포트폴리오 서비스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90200" y="82169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3700" y="82296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0200" y="71628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결과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3700" y="71628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07CD7"/>
                </a:solidFill>
                <a:ea typeface="Pretendard Bold"/>
              </a:rPr>
              <a:t>98%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90200" y="60960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텍스트 잘림 제보가 주 12건에서 0건으로 감소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3700" y="60960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수작업 대비 변환 시간 98% 단축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1500" y="71501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FFFFFF"/>
                </a:solidFill>
                <a:ea typeface="Pretendard Bold"/>
              </a:rPr>
              <a:t>노션 구조 분석 및 슬라이드 자동 구성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90200" y="37211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포트폴리오 변환 시간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3700" y="37211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562" b="0" i="0" u="none" strike="noStrike">
                <a:solidFill>
                  <a:srgbClr val="889EB4"/>
                </a:solidFill>
                <a:ea typeface="Pretendard Bold"/>
              </a:rPr>
              <a:t>8시간 → 10분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0200" y="26543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변환 시간 단축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26543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698" b="0" i="0" u="none" strike="noStrike">
                <a:solidFill>
                  <a:srgbClr val="889EB4"/>
                </a:solidFill>
                <a:ea typeface="Pretendard Bold"/>
              </a:rPr>
              <a:t>텍스트 잘림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15875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변환 품질 개선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16002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845" b="0" i="0" u="none" strike="noStrike">
                <a:solidFill>
                  <a:srgbClr val="889EB4"/>
                </a:solidFill>
                <a:ea typeface="Pretendard Bold"/>
              </a:rPr>
              <a:t>12건 → 0건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1500" y="26543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845" b="0" i="0" u="none" strike="noStrike">
                <a:solidFill>
                  <a:srgbClr val="FFFFFF"/>
                </a:solidFill>
                <a:ea typeface="Pretendard Bold"/>
              </a:rPr>
              <a:t>주간 잘림 제보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한글 전각 폭 기반 측정 모델로 폰트 자동 축소 로직 통일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944" b="0" i="0" u="none" strike="noStrike">
                <a:solidFill>
                  <a:srgbClr val="207CD7"/>
                </a:solidFill>
                <a:latin typeface="Pretendard Bold"/>
              </a:rPr>
              <a:t>생성된 PPT에서 텍스트가 박스를 넘쳐 잘리는 문제가 반복 보고됨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3347" b="0" i="0" u="none" strike="noStrike">
                <a:solidFill>
                  <a:srgbClr val="2C2C2C"/>
                </a:solidFill>
                <a:ea typeface="Pretendard ExtraBold"/>
              </a:rPr>
              <a:t>POPOL 포트폴리오 서비스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기능 구현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채용공고 분석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36시간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AI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36시간 내 AI 기반 채용공고 분석 기능 구현으로 대상을 수상했습니다.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대상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FFFFFF"/>
                </a:solidFill>
                <a:latin typeface="Pretendard Bold"/>
              </a:rPr>
              <a:t>팀장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AI 기반 채용공고 분석 기능 구현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4298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교내 해커톤 우승 프로젝트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2025.11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13800" y="82804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학사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2600" y="81915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2053" b="0" i="0" u="none" strike="noStrike">
                <a:solidFill>
                  <a:srgbClr val="207CD7"/>
                </a:solidFill>
                <a:latin typeface="Pretendard Bold"/>
              </a:rPr>
              <a:t>2026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68326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900" b="0" i="0" u="none" strike="noStrike">
                <a:solidFill>
                  <a:srgbClr val="6387AB"/>
                </a:solidFill>
                <a:ea typeface="Pretendard Regular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800" y="67437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6387AB"/>
                </a:solidFill>
                <a:latin typeface="Pretendard Bold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9600" y="55372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3800" y="39243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졸업 예정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38354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컴퓨터공학과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471" b="0" i="0" u="none" strike="noStrike">
                <a:solidFill>
                  <a:srgbClr val="6387AB"/>
                </a:solidFill>
                <a:latin typeface="Pretendard Bold"/>
              </a:rPr>
              <a:t>가천대학교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가천대학교 컴퓨터공학과 졸업 예정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2021-2026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학력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자격증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9CB8D0"/>
                </a:solidFill>
                <a:ea typeface="Pretendard Bold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2025.11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대상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가천대학교 · 2025.11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가천대학교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5520" b="0" i="0" u="none" strike="noStrike" dirty="0">
                <a:solidFill>
                  <a:srgbClr val="2C2C2C"/>
                </a:solidFill>
                <a:latin typeface="Pretendard ExtraBold"/>
              </a:rPr>
              <a:t>교내 해커톤 대상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링크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2C2C2C"/>
                </a:solidFill>
                <a:latin typeface="Pretendard Bold"/>
              </a:rPr>
              <a:t/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46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GitHub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46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wooxx3377@gachon.ac.kr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172" b="0" i="0" u="none" strike="noStrike">
                <a:solidFill>
                  <a:srgbClr val="207CD7"/>
                </a:solidFill>
                <a:latin typeface="Pretendard Bold"/>
              </a:rPr>
              <a:t>github.com/yushin55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이메일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김유신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연락처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