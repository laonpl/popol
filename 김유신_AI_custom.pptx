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27349" y="0"/>
            <a:ext cx="59436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85800"/>
            <a:ext cx="633968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김유신의 포트폴리오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338328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547872"/>
            <a:ext cx="609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엔아이티서비스 · Cloud Engineer 지원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5989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김유신 PORTFOLIO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90353" y="658368"/>
            <a:ext cx="23774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4945" y="813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/ JavaScript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90353" y="1463040"/>
            <a:ext cx="23774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4945" y="1618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/ Next.js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90353" y="2267712"/>
            <a:ext cx="23774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4945" y="2423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Illustrator / After Effects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김유신의 포트폴리오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가천대학교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학사 재학 컴퓨터공학과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0" y="17830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ACHIEVEMENTS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대회 우수상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역량 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408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43400" y="16459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228600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286000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3408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16459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555480" y="1901952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0" y="1901952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1956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Effects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228600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2286000"/>
            <a:ext cx="36576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23408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6291072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5176" y="0"/>
            <a:ext cx="50292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2844" y="0"/>
            <a:ext cx="755885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5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QRious (2등 수상)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6575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해커톤 팀의 백엔드 · AI 개발자로 참여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5559552"/>
            <a:ext cx="3657509" cy="960120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22" y="5669280"/>
            <a:ext cx="740664" cy="740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59558" y="5943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59558" y="79552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9558" y="94183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내 교수, 선후배 간에는 풍부한 지식과 경험이 존재하지만, '누구에게, 어떻게 말을 걸어야 할지' 모르는 심리적 장벽 때문에 네트워킹이 활성화되지 못하는 문제가 있음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59558" y="1828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아이디어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59558" y="202996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9558" y="217627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내 소통의 심리적 장벽을 해소하는 AI 페르소나 네트워킹 플랫폼을 구축, 이를 통해 정보 접근성을 높이고 잠재적인 상호작용 기회를 창출함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59558" y="3063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59558" y="3264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59558" y="341071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2026-05-17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59558" y="4206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59558" y="4407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955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3271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페르소나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97979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295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캠퍼스 네트워킹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90003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7319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커뮤니케이션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059558" y="499262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32710" y="5056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관계 형성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QRious (2등 수상) · 문제와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단계의 캠퍼스 네트워킹 플랫폼에서, 완성도가 낮은 '교수 리포트' 기능이 잦은 빌드 오류와 런타임 불안정성을 유발함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교류 앱의 핵심 개인화 기능 구현 중, 신규 사용자의 첫 데이터 저장이 100% 실패하는 치명적 버그를 발견함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6451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내 소통 단절 문제를 해결할 AI 페르소나 서비스에서, 사용자의 신뢰 확보가 핵심 성공 지표(CSF)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64208"/>
            <a:ext cx="27432" cy="43891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9933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23591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수정의 높은 비용과 낮은 가치를 근거로, '수리'가 아닌 '제거'를 하는 전략적 의사결정을 주도함 (Trade-off)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3649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2432" y="3730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`setDoc `을 이용한 Upsert 구현 세 가지 방안을 비교 분석함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47365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846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2432" y="5102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LLM만으로는 사실 기반 답변이 불가능하다고 판단, RAG(검색 증강 생성) 아키텍처 도입을 주도함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QRious (2등 수상) · 성과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반복되던 빌드 오류와 런타임 불안정성의 근본 원인을 해결함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'updateDoc'을 'setDoc({ merge: true })'으로 교체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페르소나의 핵심 기능인 '신뢰도 높은 정보 제공'을 구현함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457200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복잡성을 제거하여 핵심 가치를 안정적으로 전달하는 것이 더 큰 임팩트를 낸다는 것을 확인함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3776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37764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'Upsert' 관점에서 접근하는 것이 더 안정적이고 간결한 코드를 만든다는 것을 확인함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5221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522122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뛰어난 LLM 성능보다 통제된 데이터 소스를 참조하는 아키텍처가 사용자 신뢰도에 더 중요하다는 점을 검증함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5176" y="0"/>
            <a:ext cx="50292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2844" y="0"/>
            <a:ext cx="755885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5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Snippet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6575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기업과의 미팅 · 프론트엔드 개발 파트 제작 담당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559552"/>
            <a:ext cx="3657509" cy="960120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22" y="5669280"/>
            <a:ext cx="740664" cy="740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59558" y="5943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59558" y="79552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9558" y="94183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내에서 서로의 업무에 대한 성과를 평가하는 과정이 어렵다는 문제점을 인지함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59558" y="1828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아이디어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59558" y="202996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9558" y="217627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3개월간의 파일럿 테스트 후 500만원에 납품 성공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59558" y="3063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59558" y="3264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59558" y="341071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3개월 (파일럿 테스트 기간)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59558" y="4206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59558" y="4407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955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3271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B2B SaaS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97979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295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기획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90003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7319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프로덕트 관리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059558" y="499262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32710" y="5056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데이터 분석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Snippet · 문제와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 주관적이고 비효율적인 성과 관리 문제를 해결하기 위한 B2B SaaS 제품 'Daily Snippet'의 초기 기획부터 시장 검증까지 전 과정을 리드함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없이 '성과 관리의 어려움'이라는 문제만 주어진 0-to-1 환경에서 B2B SaaS 개발에 착수함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6451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팀장의 주관적 스니펫 수동 평가 방식이 서비스의 핵심 가치인 '객관적 성과 관리'를 저해하고 있음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64208"/>
            <a:ext cx="27432" cy="43891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9933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23591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내 핵심 업무 기록이 가능한 제품 플로우(What/Why 등 5개 섹션)를 단독으로 기획하고 프론트엔드 파트를 개발함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3649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2432" y="3730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MVP의 핵심을 '5분 내 일일 업무 회고'로 정의하고, 사용자의 작성 허들을 낮추는 5가지 핵심 섹션(What, Why 등) 설계에 집중함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47365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846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2432" y="5102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성사를 위해 LLM 자동 채점 시스템 기획을 직접 주도함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Snippet · 성과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3개월간의 파일럿 테스트를 성공적으로 완료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대기업과의 3개월 파일럿 테스트를 거쳐 500만원의 유료 계약을 체결함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LLM 아키텍처 도입으로 고객의 핵심 우려인 데이터 보안 문제를 해결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457200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B2B 시장 진입 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3776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37764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'5분'이라는 제약을 통해 사용자의 부담을 낮추고 핵심 가치에 집중시키는 '제약 기반 설계'가 유료 전환에 더 효과적임을 확인함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5221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522122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영업에서는 기술적 우위보다 고객의 '보안 정책'이라는 비기능적 요구사항이 더 결정적인 계약 기준임을 확인함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5176" y="0"/>
            <a:ext cx="50292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2844" y="0"/>
            <a:ext cx="755885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5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Fitpoly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6575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프로젝트에서 기획자(PM)로서 사용자 문제 정의를 위한 리서치 설계 · 정성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559552"/>
            <a:ext cx="3657509" cy="960120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22" y="5669280"/>
            <a:ext cx="740664" cy="740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59558" y="5943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59558" y="79552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9558" y="94183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흩어진 경험을 모으고, 각 기업의 JD(직무기술서)에 맞춰 내용을 수정하는 과정에서 비효율을 겪는다는 초기 가설에서 프로젝트가 시작됨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59558" y="1828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아이디어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59558" y="202996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9558" y="217627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'성과 수치화 역량 부재', 'JD 매칭 실패'라는 3가지 핵심 문제로, 이를 통해 후속 제품 개발의 명확한 전략적 방향을 제시함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59558" y="4206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59558" y="4407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5955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271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데이터 파편화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7979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295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수치화 역량 부재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90003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7319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 매칭 실패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59558" y="499262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32710" y="5056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포트폴리오 양산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Fitpoly · 문제와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취업준비생 70%가 포트폴리오 작성 과정에서 경험 데이터를 소실하고, 80% 이상이 JD에 맞춤화되지 않은 단일 포트폴리오를 제출하는 문제점에서 사업 기회를 포착함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'포트폴리오 제작이 어렵다'는 막연한 문제의식으로 인해 팀의 개발 우선순위 설정이 지연되고 있음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6451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서비스 아이디어의 사업성을 증명하고 구체적인 실행 계획을 수립해야 하는 상황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64208"/>
            <a:ext cx="27432" cy="43891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9933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23591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내부의 주관적 추측에 의존하는 대신, 데이터 기반의 객관적 근거를 확보하는 방향을 주도함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3649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2432" y="3730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기반의 의사결정을 위해, 공개된 통계청, 채용 플랫폼, 시장 보고서 데이터를 활용해 TAM-SAM-SOM 프레임워크 기반의 시장 분석을 단독으로 주도함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47365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846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2432" y="5102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'성과 수치화 역량 부재', 'JD 매칭 실패'라는 3가지 핵심 문제로, 후속 제품 개발의 명확한 전략적 방향을 제시함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Fitpoly · 성과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결과, 총 111명의 잠재 사용자 중 28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'JD 기반 맞춤화'라는 구체적인 3가지 제품 개발 방향을 수립함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420억 원 규모의 서비스 가능 시장(SAM)을 구체적인 데이터로 증명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457200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가설은 ‘가입’ 자체가 가장 큰 허들일 것이라 예상했으나, 데이터 분석 결과 실제 문제는 낮은 재방문율(28%)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3776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37764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초기에는 '사용자의 불편함'이라는 감성적 공감대에 집중했으나, 이는 팀의 실행력을 이끌어내지 못함을 확인함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5221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522122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거대한 전체 시장(TAM)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5176" y="0"/>
            <a:ext cx="50292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2844" y="0"/>
            <a:ext cx="755885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5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5559552"/>
            <a:ext cx="3657509" cy="960120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22" y="5669280"/>
            <a:ext cx="740664" cy="7406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59558" y="5943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59558" y="79552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59558" y="94183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범죄 급증과 생성형 AI 기술 발전에 따라 개인 이미지 무단 학습 문제가 심각한 사회적 이슈로 대두됨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59558" y="1828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아이디어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059558" y="202996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59558" y="217627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무단 이미지 학습을 원천 차단하는 온디바이스 시스템을 구축함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59558" y="4206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59558" y="4407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5955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3271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딥페이크 방지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97979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5295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온디바이스 AI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90003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7319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이미지 보안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59558" y="499262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32710" y="5056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개인정보 보호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· 문제와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공유 전 이미지를 보호하려는 사용자의 니즈가 급증함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보안 솔루션은 '클라우드 전송'으로 인한 데이터 유출 위험(BizMory)과 'PC 전용'의 낮은 사용성(Glaze)이라는 양자택일의 한계를 가졌음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6451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초기, AI 이미지 무단 학습 방지 기능의 핵심 가치를 '최고 방어력'과 '원본 화질 보존' 사이에서 정의하지 못해 로드맵 수립이 교착 상태에 빠졌음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64208"/>
            <a:ext cx="27432" cy="43891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9933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23591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전송으로 인한 개인정보 유출 리스크와 네트워크 지연을 원천 차단하고자 100% 온디바이스(On-Device) 아키텍처 도입을 주도함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3649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2432" y="3730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'데이터는 기기 밖으로 절대 나가지 않는다'는 원칙을 수립하고, 100% 온디바이스(On-device) 아키텍처 설계를 주도함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47365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846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2432" y="5102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주관적 논쟁을 끝내기 위해, 막대한 개발 리소스를 투입하기 전 데이터로 가설을 검증하는 방식을 제안하고 주도함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· 성과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공유 직전 클릭 한 번으로 이미지를 보호하는 실시간 보안 UX를 구현함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전송 단계를 완전히 제거하여 개인정보 외부 유출 가능성을 0% 달성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응답자의 86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457200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초기에는 모델의 방어 성능 자체에 집중함, 사용자가 체감하는 '속도'와 '반응성'이 기술의 효용성을 결정하는 가장 중요한 변수임을 확인함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3776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37764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사용자는 기술의 복잡성이 아닌 '데이터가 내 기기를 떠나지 않는다'는 직관적 신뢰 구조에 반응함을 확인함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5221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522122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엔지니어의 기술적 이상(최고 방어력)과 실제 사용자의 핵심 요구(화질)가 다를 수 있음을 데이터로 증명함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45176" y="0"/>
            <a:ext cx="502920" cy="6858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2844" y="0"/>
            <a:ext cx="755885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5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KKSC 동아리 창설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6575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리더 · 프로덕트 기획자 (Product Manager) · 문제 정의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559552"/>
            <a:ext cx="3657509" cy="960120"/>
          </a:xfrm>
          <a:prstGeom prst="roundRect">
            <a:avLst>
              <a:gd name="adj" fmla="val 152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22" y="5669280"/>
            <a:ext cx="740664" cy="740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59558" y="5943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59558" y="79552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59558" y="94183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가천대학교 학생들이 겪는 셔틀버스 위치 미확인, 스터디 공간 부족, 학식당 혼잡이라는 고질적인 불편함을 해소하고자 프로젝트를 시작함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59558" y="1828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아이디어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059558" y="202996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9558" y="2176272"/>
            <a:ext cx="670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자발적으로 기술 동아리를 창설하고 교내 3대 핵심 불편(셔틀버스, 빈 강의실, 학식당)을 해결하는 통합 서비스 '가천길잡이' 기획을 주도함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59558" y="42062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059558" y="4407408"/>
            <a:ext cx="670543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5955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271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리더십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97979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295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 기획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900038" y="4553712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73190" y="46177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59558" y="4992624"/>
            <a:ext cx="1737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32710" y="50566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KKSC 동아리 창설 · 문제와 해결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없이 흩어져 있던 교내 기술 스터디를 가천대학교 학생 전체의 불편을 해결하는 프로덕트 팀으로 전환해야 하는 과제를 자발적으로 맡았음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점심시간마다 수백 명의 학생이 몰리는 학식당은 종이 식권 구매와 제출 과정의 비효율로 인해 극심한 대기열이 발생함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64515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명의 학생이 팀 프로젝트 및 동아리 공간 부족을 겪는 반면, 수많은 강의실이 강의 없는 시간에 유휴 상태로 방치되는 자원 미스매칭 문제가 발생함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49240" y="1664208"/>
            <a:ext cx="27432" cy="43891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71907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9933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23591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팀원들과 함께 학생들의 불편 사항을 직접 수집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33649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2432" y="3730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문제의 근본 원인을 '현장 결제 후 실물 식권 제출'이라는 물리적 병목으로 정의하고, 이를 완전히 제거하는 것을 목표로 삼았음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4736592"/>
            <a:ext cx="50292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846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42432" y="51023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학생의 자율 예약과 관리자(조교)의 통제권 사이의 균형점을 찾기 위해, '선-예약, 후-승인' 워크플로우를 직접 설계함 (Trade-off)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KKSC 동아리 창설 · 성과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방향성 없던 스터디를 '학생들의 불편을 해결한다'는 명확한 미션을 가진 프로덕트 팀으로 성공적으로 전환시킴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20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프로세스를 자동화하는 시스템의 기반을 설계함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664208"/>
            <a:ext cx="457200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POINTS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636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초기에는 기술적으로 뛰어난 솔루션을 만드는 데 집중함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3776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37764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여정 전체를 분석한 결과 실제 병목은 '결제 후 식권 제출 및 확인' 단계임을 발견함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5221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522122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이해관계자인 관리자(조교)의 워크플로우를 무시한 시스템은 도입 자체가 불가능함을 간파함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수상 및 활동 성과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0292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6576" cy="107899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대회 우수상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5727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경험이 이어져 온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12848" y="1691640"/>
            <a:ext cx="45720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6916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QRious (2등 수상)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98424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내 소통의 심리적 장벽을 해소하는 AI 페르소나 네트워킹 플랫폼을 구축, 이를 통해 정보 접근성을 높이고 잠재적인 상호작용 기회를 창출함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3개월 (파일럿 테스트 기간)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12848" y="2606040"/>
            <a:ext cx="45720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6060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Snippet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89864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3개월간의 파일럿 테스트 후 500만원에 납품 성공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12848" y="3520440"/>
            <a:ext cx="45720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5204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Fitpoly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81304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'성과 수치화 역량 부재', 'JD 매칭 실패'라는 3가지 핵심 문제로, 이를 통해 후속 제품 개발의 명확한 전략적 방향을 제시함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12848" y="4434840"/>
            <a:ext cx="45720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4348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472744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무단 이미지 학습을 원천 차단하는 온디바이스 시스템을 구축함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12848" y="5349240"/>
            <a:ext cx="45720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53492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KKSC 동아리 창설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564184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자발적으로 기술 동아리를 창설하고 교내 3대 핵심 불편(셔틀버스, 빈 강의실, 학식당)을 해결하는 통합 서비스 '가천길잡이' 기획을 주도함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입사 후 기여 방향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621792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36576" cy="6583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960120"/>
            <a:ext cx="9997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48376" y="2816352"/>
            <a:ext cx="694944" cy="457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0632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김유신 — 엔아이티서비스 · Cloud Engineer 지원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116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wooxx3377@gachon.ac.kr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010-8783-4492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13816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https://github.com/yushin55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434840"/>
            <a:ext cx="21945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26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#TypeScript/JavaScript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4434840"/>
            <a:ext cx="21945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526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#PyTorch/Next.js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4434840"/>
            <a:ext cx="21945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4526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#Illustrator/AfterEffects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2026-06-10T13:17:10Z</dcterms:created>
  <dcterms:modified xsi:type="dcterms:W3CDTF">2026-06-10T13:17:10Z</dcterms:modified>
</cp:coreProperties>
</file>