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x="18288000" cy="10287000"/>
  <p:notesSz cx="6858000" cy="9144000"/>
  <p:embeddedFontLst>
    <p:embeddedFont>
      <p:font typeface="Pretendard Bold" panose="020B0600000101010101" charset="-127"/>
      <p:bold r:id="rId10"/>
    </p:embeddedFont>
    <p:embeddedFont>
      <p:font typeface="Pretendard ExtraBold" panose="020B0600000101010101" charset="-127"/>
      <p:bold r:id="rId11"/>
    </p:embeddedFont>
    <p:embeddedFont>
      <p:font typeface="Pretendard Regular" panose="020B0600000101010101" charset="-127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7" Type="http://schemas.openxmlformats.org/officeDocument/2006/relationships/slide" Target="slides/slide1.xml"/><Relationship Id="rId13" Type="http://schemas.openxmlformats.org/officeDocument/2006/relationships/presProps" Target="presProps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12" Type="http://schemas.openxmlformats.org/officeDocument/2006/relationships/font" Target="fonts/font3.fntdata"/><Relationship Id="rId20" Type="http://schemas.openxmlformats.org/officeDocument/2006/relationships/slide" Target="slides/slide4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1" Type="http://schemas.openxmlformats.org/officeDocument/2006/relationships/slide" Target="slides/slide5.xml"/><Relationship Id="rId11" Type="http://schemas.openxmlformats.org/officeDocument/2006/relationships/font" Target="fonts/font2.fntdata"/><Relationship Id="rId22" Type="http://schemas.openxmlformats.org/officeDocument/2006/relationships/slide" Target="slides/slide6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14" Type="http://schemas.openxmlformats.org/officeDocument/2006/relationships/viewProps" Target="viewProps.xml"/><Relationship Id="rId25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/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/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/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/>
              <a:t/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/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/>
              <a:t/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/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3.png"/><Relationship Id="rId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_rels/slide5.xml.rels><?xml version="1.0" encoding="UTF-8" standalone="yes"?>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23.png"/><Relationship Id="rId9" Type="http://schemas.openxmlformats.org/officeDocument/2006/relationships/image" Target="../media/image10.png"/></Relationships>
</file>

<file path=ppt/slides/_rels/slide6.xml.rels><?xml version="1.0" encoding="UTF-8" standalone="yes"?>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3.png"/><Relationship Id="rId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_rels/slide7.xml.rels><?xml version="1.0" encoding="UTF-8" standalone="yes"?>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13.png"/></Relationships>
</file>

<file path=ppt/slides/_rels/slide8.xml.rels><?xml version="1.0" encoding="UTF-8" standalone="yes"?>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13.png"/></Relationships>
</file>

<file path=ppt/slides/_rels/slide9.xml.rels><?xml version="1.0" encoding="UTF-8" standalone="yes"?>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13.png"/><Relationship Id="rId4" Type="http://schemas.openxmlformats.org/officeDocument/2006/relationships/image" Target="../media/image30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8623300"/>
            <a:ext cx="16002000" cy="1041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8400" y="762000"/>
            <a:ext cx="12560300" cy="12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524000" y="5448300"/>
            <a:ext cx="4114800" cy="419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sz="1780"/>
              <a:t>김유신 포트폴리오</a:t>
            </a:r>
            <a:endParaRPr lang="en-US" sz="2400" b="0" i="0" u="none" strike="noStrike" dirty="0">
              <a:solidFill>
                <a:srgbClr val="207CD7"/>
              </a:solidFill>
              <a:latin typeface="Pretendard Regula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438400" y="4088674"/>
            <a:ext cx="11760200" cy="1930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altLang="en-US" sz="5158" b="0" i="0" u="none" strike="noStrike" dirty="0">
                <a:ea typeface="Pretendard ExtraBold"/>
              </a:rPr>
              <a:t>문제를 정의하고 끝까지 검증하는 프론트엔드 개발자</a:t>
            </a:r>
            <a:endParaRPr lang="ko-KR" sz="7200" b="0" i="0" u="none" strike="noStrike" dirty="0">
              <a:ea typeface="Pretendard Extra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24000" y="2336800"/>
            <a:ext cx="10972800" cy="1308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altLang="en-US" sz="6877" b="0" i="0" u="none" strike="noStrike">
                <a:solidFill>
                  <a:srgbClr val="FF0000"/>
                </a:solidFill>
                <a:ea typeface="Pretendard Bold"/>
              </a:rPr>
              <a:t>김유신</a:t>
            </a:r>
            <a:endParaRPr lang="en-US" sz="9600" b="0" i="0" u="none" strike="noStrike" dirty="0">
              <a:solidFill>
                <a:srgbClr val="FF0000"/>
              </a:solidFill>
              <a:latin typeface="Pretendard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892300" y="4794250"/>
            <a:ext cx="1600200" cy="3175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sz="1400"/>
              <a:t>코코네 · 프론트엔드 …</a:t>
            </a:r>
            <a:endParaRPr lang="en-US" sz="1800" b="0" i="0" u="none" strike="noStrike" dirty="0">
              <a:solidFill>
                <a:srgbClr val="207CD7"/>
              </a:solidFill>
              <a:latin typeface="Pretendard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205" y="7785100"/>
            <a:ext cx="9969500" cy="1104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6197600"/>
            <a:ext cx="99695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4597400"/>
            <a:ext cx="9969500" cy="1104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997200"/>
            <a:ext cx="9969500" cy="1104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1397000"/>
            <a:ext cx="9969500" cy="1104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7975600"/>
            <a:ext cx="8763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6375400"/>
            <a:ext cx="876300" cy="723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4787900"/>
            <a:ext cx="876300" cy="723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3187700"/>
            <a:ext cx="876300" cy="723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1587500"/>
            <a:ext cx="876300" cy="723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8280400"/>
            <a:ext cx="749300" cy="749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3303" y="5842000"/>
            <a:ext cx="2726491" cy="2159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623300" y="80899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539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연락처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505700" y="82042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23300" y="64897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539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수상 및 자격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505700" y="66040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23300" y="48895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149" dirty="0">
                <a:solidFill>
                  <a:srgbClr val="000000"/>
                </a:solidFill>
                <a:latin typeface="Pretendard Bold"/>
                <a:ea typeface="Pretendard Bold"/>
              </a:rPr>
              <a:t>교내 해커톤 우승 프로젝트</a:t>
            </a:r>
            <a:endParaRPr lang="ko-KR" sz="3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505700" y="50038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23300" y="32893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149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POPOL 포트폴리오 서비스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505700" y="34036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23300" y="16891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539" b="0" i="0" u="none" strike="noStrike" dirty="0">
                <a:solidFill>
                  <a:srgbClr val="000000"/>
                </a:solidFill>
                <a:latin typeface="Pretendard Bold"/>
                <a:ea typeface="Pretendard Bold"/>
              </a:rPr>
              <a:t>소개</a:t>
            </a:r>
            <a:endParaRPr lang="ko-KR" sz="3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505700" y="18034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19250" y="6273800"/>
            <a:ext cx="3352800" cy="82550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2300" b="0" i="0" u="none" strike="noStrike" dirty="0">
                <a:solidFill>
                  <a:srgbClr val="2C2C2C"/>
                </a:solidFill>
                <a:ea typeface="Pretendard Regular"/>
              </a:rPr>
              <a:t>학력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74800" y="2146300"/>
            <a:ext cx="2209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기술 스택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24000" y="927100"/>
            <a:ext cx="3543300" cy="1282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>
              <a:lnSpc>
                <a:spcPct val="99600"/>
              </a:lnSpc>
            </a:pPr>
            <a:r>
              <a:rPr lang="ko-KR" sz="6624" b="0" i="0" u="none" strike="noStrike">
                <a:solidFill>
                  <a:srgbClr val="2C2C2C"/>
                </a:solidFill>
                <a:ea typeface="Pretendard ExtraBold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6731000"/>
            <a:ext cx="10045700" cy="2413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37000"/>
            <a:ext cx="10045700" cy="241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1143000"/>
            <a:ext cx="10045700" cy="2413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7937500"/>
            <a:ext cx="1943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2336800"/>
            <a:ext cx="19431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795000" y="73533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기술 요약 JavaScript, TypeScript, React, Node.js, Firebase, Git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95000" y="17526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가치관 사용자가 겪는 불편을 수치로 검증하고, 작은 단위로 빠르게 개선하는 것을 중요하게 생각합니다.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20000" y="22098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Bold"/>
              </a:rPr>
              <a:t>목표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20000" y="1892300"/>
            <a:ext cx="939800" cy="330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400" b="0" i="0" u="none" strike="noStrike">
                <a:solidFill>
                  <a:srgbClr val="9CB8D0"/>
                </a:solidFill>
                <a:ea typeface="Pretendard Bold"/>
              </a:rPr>
              <a:t>코코네 프론…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문제를 정의하고 끝까지 검증하는 프론트엔드 개발자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74800" y="2933700"/>
            <a:ext cx="2209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강점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750" y="901700"/>
            <a:ext cx="45847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2C2C2C"/>
                </a:solidFill>
                <a:latin typeface="Pretendard ExtraBold"/>
              </a:rPr>
              <a:t>소개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1200" y="4711700"/>
            <a:ext cx="5080000" cy="4406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5041900"/>
            <a:ext cx="4597400" cy="2247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1200" y="3657600"/>
            <a:ext cx="50800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4711700"/>
            <a:ext cx="5080000" cy="4406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5041900"/>
            <a:ext cx="4597400" cy="224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3657600"/>
            <a:ext cx="50800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143000"/>
            <a:ext cx="10490200" cy="2146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743200"/>
            <a:ext cx="2921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286000"/>
            <a:ext cx="2921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7632700" y="3898900"/>
            <a:ext cx="33020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FFFFFF"/>
                </a:solidFill>
                <a:ea typeface="Pretendard Bold"/>
              </a:rPr>
              <a:t>Firebase, Git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10700" y="2133600"/>
            <a:ext cx="56642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1433" b="0" i="0" u="none" strike="noStrike">
                <a:solidFill>
                  <a:srgbClr val="2C2C2C"/>
                </a:solidFill>
                <a:latin typeface="Pretendard Regular"/>
              </a:rPr>
              <a:t>JavaScript, TypeScript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34300" y="2146300"/>
            <a:ext cx="1587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Bold"/>
              </a:rPr>
              <a:t>언어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React, Node.js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74800" y="2933700"/>
            <a:ext cx="3365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프레임워크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altLang="ko-KR" sz="6000" dirty="0">
                <a:solidFill>
                  <a:srgbClr val="2C2C2C"/>
                </a:solidFill>
                <a:latin typeface="Pretendard ExtraBold"/>
                <a:ea typeface="Pretendard ExtraBold"/>
              </a:rPr>
              <a:t>기술 스택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6591300"/>
            <a:ext cx="10490200" cy="267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8712200"/>
            <a:ext cx="2921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8204200"/>
            <a:ext cx="2921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7696200"/>
            <a:ext cx="2921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788400" y="7912100"/>
            <a:ext cx="19431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092200"/>
            <a:ext cx="10490200" cy="838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0439400" y="7556500"/>
            <a:ext cx="7493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400" b="0" i="0" u="none" strike="noStrike">
                <a:solidFill>
                  <a:srgbClr val="2C2C2C"/>
                </a:solidFill>
                <a:ea typeface="Pretendard Bold"/>
              </a:rPr>
              <a:t>해결 아…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48900" y="6959600"/>
            <a:ext cx="59690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00" b="0" i="0" u="none" strike="noStrike">
                <a:solidFill>
                  <a:srgbClr val="2C2C2C"/>
                </a:solidFill>
                <a:ea typeface="Pretendard Regular"/>
              </a:rPr>
              <a:t>한글 전각 폭 기반 측정 모델을 만들어 폰트 자동 축소 로직을 통일했습니다.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51700" y="69723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180" b="0" i="0" u="none" strike="noStrike">
                <a:solidFill>
                  <a:srgbClr val="2C2C2C"/>
                </a:solidFill>
                <a:ea typeface="Pretendard Bold"/>
              </a:rPr>
              <a:t>React, Node.js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63200" y="12827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370" b="0" i="0" u="none" strike="noStrike">
                <a:solidFill>
                  <a:srgbClr val="FFFFFF"/>
                </a:solidFill>
                <a:latin typeface="Pretendard Bold"/>
              </a:rPr>
              <a:t>12건 → 0건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24000" y="4013200"/>
            <a:ext cx="3416300" cy="7620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00" b="0" i="0" u="none" strike="noStrike">
                <a:solidFill>
                  <a:srgbClr val="2C2C2C"/>
                </a:solidFill>
                <a:ea typeface="Pretendard Regular"/>
              </a:rPr>
              <a:t>취업 준비생이 포트폴리오를 PPT로 다시 만드는 데 평균 8시간이 걸리는 문제를 발견했습니다.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altLang="ko-KR" sz="3347" b="0" i="0" u="none" strike="noStrike" dirty="0">
                <a:solidFill>
                  <a:srgbClr val="2C2C2C"/>
                </a:solidFill>
                <a:latin typeface="Pretendard ExtraBold" panose="020B0600000101010101" charset="-127"/>
                <a:ea typeface="Pretendard ExtraBold" panose="020B0600000101010101" charset="-127"/>
              </a:rPr>
              <a:t>POPOL 포트폴리오 서비스</a:t>
            </a:r>
            <a:endParaRPr lang="ko-KR" sz="6000" b="0" i="0" u="none" strike="noStrike" dirty="0">
              <a:solidFill>
                <a:srgbClr val="2C2C2C"/>
              </a:solidFill>
              <a:latin typeface="Pretendard ExtraBold" panose="020B0600000101010101" charset="-127"/>
              <a:ea typeface="Pretendard ExtraBold" panose="020B0600000101010101" charset="-127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문제 정의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1200" y="4711700"/>
            <a:ext cx="5080000" cy="4406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5041900"/>
            <a:ext cx="4597400" cy="2247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1200" y="3657600"/>
            <a:ext cx="50800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4711700"/>
            <a:ext cx="5080000" cy="4406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5041900"/>
            <a:ext cx="4597400" cy="224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3657600"/>
            <a:ext cx="50800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143000"/>
            <a:ext cx="10490200" cy="2146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743200"/>
            <a:ext cx="2921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286000"/>
            <a:ext cx="2921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9410700" y="2133600"/>
            <a:ext cx="56642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1400" b="0" i="0" u="none" strike="noStrike">
                <a:solidFill>
                  <a:srgbClr val="2C2C2C"/>
                </a:solidFill>
                <a:latin typeface="Pretendard Regular"/>
              </a:rPr>
              <a:t>AI 기반 채용공고 분석 기능을 36시간 안에 구현해 대상을 수상했습니다.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34300" y="2146300"/>
            <a:ext cx="1587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Bold"/>
              </a:rPr>
              <a:t>문제 정의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2025.11 · 팀장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74800" y="2933700"/>
            <a:ext cx="3365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기간 · 역할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altLang="ko-KR" sz="4298" dirty="0">
                <a:solidFill>
                  <a:srgbClr val="2C2C2C"/>
                </a:solidFill>
                <a:latin typeface="Pretendard ExtraBold"/>
                <a:ea typeface="Pretendard ExtraBold"/>
              </a:rPr>
              <a:t>교내 해커톤 우승 프로젝트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00" y="8382000"/>
            <a:ext cx="10490200" cy="863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00" y="7454900"/>
            <a:ext cx="10490200" cy="863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200" y="6527800"/>
            <a:ext cx="10490200" cy="863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200" y="5588000"/>
            <a:ext cx="10490200" cy="863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200" y="4622800"/>
            <a:ext cx="10490200" cy="863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79500" y="1993900"/>
            <a:ext cx="3416300" cy="2273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8900" y="1993900"/>
            <a:ext cx="3416300" cy="2273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1993900"/>
            <a:ext cx="3416300" cy="2273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000" y="1028700"/>
            <a:ext cx="10490200" cy="863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0363200" y="12319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ko-KR" sz="2006" b="0" i="0" u="none" strike="noStrike">
                <a:solidFill>
                  <a:srgbClr val="FFFFFF"/>
                </a:solidFill>
                <a:ea typeface="Pretendard Bold"/>
              </a:rPr>
              <a:t>컴퓨터공학과 · 2021-2026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4126" y="927826"/>
            <a:ext cx="4711699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2C2C2C"/>
                </a:solidFill>
                <a:latin typeface="Pretendard ExtraBold"/>
              </a:rPr>
              <a:t>학력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11277600" y="6915150"/>
            <a:ext cx="13462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5734050"/>
            <a:ext cx="82296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4667250"/>
            <a:ext cx="8229600" cy="952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3600450"/>
            <a:ext cx="8229600" cy="952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3600450"/>
            <a:ext cx="2108200" cy="3086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0490200" y="384175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가천대학교 · 2025.11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83700" y="385445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889EB4"/>
                </a:solidFill>
                <a:ea typeface="Pretendard Bold"/>
              </a:rPr>
              <a:t>수상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24000" y="927100"/>
            <a:ext cx="36830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sz="5520" b="0" i="0" u="none" strike="noStrike">
                <a:solidFill>
                  <a:srgbClr val="2C2C2C"/>
                </a:solidFill>
                <a:ea typeface="Pretendard ExtraBold"/>
              </a:rPr>
              <a:t>수상 및 자격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78359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600" y="7950200"/>
            <a:ext cx="8470900" cy="114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900" y="6502400"/>
            <a:ext cx="8470900" cy="1143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6400800"/>
            <a:ext cx="749300" cy="749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5397500"/>
            <a:ext cx="1536700" cy="723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3479800"/>
            <a:ext cx="762000" cy="762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600" y="3594100"/>
            <a:ext cx="8470900" cy="1143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900" y="2146300"/>
            <a:ext cx="8470900" cy="1143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2044700"/>
            <a:ext cx="749300" cy="749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041400"/>
            <a:ext cx="1536700" cy="723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9271000" y="2476500"/>
            <a:ext cx="6108700" cy="520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455" b="0" i="0" u="none" strike="noStrike">
                <a:solidFill>
                  <a:srgbClr val="6387AB"/>
                </a:solidFill>
                <a:ea typeface="Pretendard Regular"/>
              </a:rPr>
              <a:t>github.com/yushin55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59800" y="2387600"/>
            <a:ext cx="635000" cy="71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en-US" sz="1738" b="0" i="0" u="none" strike="noStrike">
                <a:solidFill>
                  <a:srgbClr val="6387AB"/>
                </a:solidFill>
                <a:latin typeface="Pretendard Bold"/>
              </a:rPr>
              <a:t>GITHUB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59600" y="1181100"/>
            <a:ext cx="10795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16199"/>
              </a:lnSpc>
            </a:pPr>
            <a:r>
              <a:rPr lang="ko-KR" sz="1400" b="0" i="0" u="none" strike="noStrike">
                <a:solidFill>
                  <a:srgbClr val="207CD7"/>
                </a:solidFill>
                <a:ea typeface="Pretendard Bold"/>
              </a:rPr>
              <a:t>test@ex…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24000" y="927100"/>
            <a:ext cx="36830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sz="6000" b="0" i="0" u="none" strike="noStrike">
                <a:solidFill>
                  <a:srgbClr val="2C2C2C"/>
                </a:solidFill>
                <a:ea typeface="Pretendard ExtraBold"/>
              </a:rPr>
              <a:t>연락처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423</Words>
  <Application>Microsoft Office PowerPoint</Application>
  <PresentationFormat>사용자 지정</PresentationFormat>
  <Paragraphs>116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Pretendard Bold</vt:lpstr>
      <vt:lpstr>Pretendard ExtraBold</vt:lpstr>
      <vt:lpstr>Arial</vt:lpstr>
      <vt:lpstr>Pretendard Regular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유신 김</cp:lastModifiedBy>
  <cp:revision>5</cp:revision>
  <dcterms:created xsi:type="dcterms:W3CDTF">2006-08-16T00:00:00Z</dcterms:created>
  <dcterms:modified xsi:type="dcterms:W3CDTF">2025-05-25T11:57:58Z</dcterms:modified>
</cp:coreProperties>
</file>